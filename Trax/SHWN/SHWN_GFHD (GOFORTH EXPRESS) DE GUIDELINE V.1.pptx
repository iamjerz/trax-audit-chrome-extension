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6" r:id="rId3"/>
    <p:sldId id="261" r:id="rId4"/>
    <p:sldId id="265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47" autoAdjust="0"/>
    <p:restoredTop sz="94660"/>
  </p:normalViewPr>
  <p:slideViewPr>
    <p:cSldViewPr snapToGrid="0">
      <p:cViewPr varScale="1">
        <p:scale>
          <a:sx n="88" d="100"/>
          <a:sy n="88" d="100"/>
        </p:scale>
        <p:origin x="30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idjane Locaylocay" userId="15f3a14f4f2af34d" providerId="LiveId" clId="{C7A1F4EC-6634-47C5-90DD-C2D818D786F2}"/>
    <pc:docChg chg="addSld modSld">
      <pc:chgData name="Cidjane Locaylocay" userId="15f3a14f4f2af34d" providerId="LiveId" clId="{C7A1F4EC-6634-47C5-90DD-C2D818D786F2}" dt="2025-07-28T17:38:02.836" v="14" actId="20577"/>
      <pc:docMkLst>
        <pc:docMk/>
      </pc:docMkLst>
      <pc:sldChg chg="addSp modSp add">
        <pc:chgData name="Cidjane Locaylocay" userId="15f3a14f4f2af34d" providerId="LiveId" clId="{C7A1F4EC-6634-47C5-90DD-C2D818D786F2}" dt="2025-07-28T17:38:02.836" v="14" actId="20577"/>
        <pc:sldMkLst>
          <pc:docMk/>
          <pc:sldMk cId="2867439379" sldId="266"/>
        </pc:sldMkLst>
        <pc:spChg chg="add mod">
          <ac:chgData name="Cidjane Locaylocay" userId="15f3a14f4f2af34d" providerId="LiveId" clId="{C7A1F4EC-6634-47C5-90DD-C2D818D786F2}" dt="2025-07-28T17:37:50.665" v="4" actId="1076"/>
          <ac:spMkLst>
            <pc:docMk/>
            <pc:sldMk cId="2867439379" sldId="266"/>
            <ac:spMk id="4" creationId="{4C66A25A-DC09-4329-810C-78D3139D22E8}"/>
          </ac:spMkLst>
        </pc:spChg>
        <pc:spChg chg="add mod">
          <ac:chgData name="Cidjane Locaylocay" userId="15f3a14f4f2af34d" providerId="LiveId" clId="{C7A1F4EC-6634-47C5-90DD-C2D818D786F2}" dt="2025-07-28T17:37:53.087" v="6" actId="20577"/>
          <ac:spMkLst>
            <pc:docMk/>
            <pc:sldMk cId="2867439379" sldId="266"/>
            <ac:spMk id="5" creationId="{E55B3EC5-87D8-43A3-AD29-6272F1AC3882}"/>
          </ac:spMkLst>
        </pc:spChg>
        <pc:spChg chg="add mod">
          <ac:chgData name="Cidjane Locaylocay" userId="15f3a14f4f2af34d" providerId="LiveId" clId="{C7A1F4EC-6634-47C5-90DD-C2D818D786F2}" dt="2025-07-28T17:38:02.836" v="14" actId="20577"/>
          <ac:spMkLst>
            <pc:docMk/>
            <pc:sldMk cId="2867439379" sldId="266"/>
            <ac:spMk id="6" creationId="{10ED6463-77C9-4C26-93E7-B473CB7F7198}"/>
          </ac:spMkLst>
        </pc:spChg>
        <pc:picChg chg="add mod">
          <ac:chgData name="Cidjane Locaylocay" userId="15f3a14f4f2af34d" providerId="LiveId" clId="{C7A1F4EC-6634-47C5-90DD-C2D818D786F2}" dt="2025-07-28T17:37:39.158" v="2" actId="1076"/>
          <ac:picMkLst>
            <pc:docMk/>
            <pc:sldMk cId="2867439379" sldId="266"/>
            <ac:picMk id="3" creationId="{13553C2B-A876-4322-95B8-7FCDFEE59C6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07/30/2025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060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07/30/2025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71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07/30/2025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678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07/30/2025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474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07/30/2025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014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07/30/2025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662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07/30/2025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363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07/30/2025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119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07/30/2025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099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07/30/2025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087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07/30/2025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883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/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6F987-6723-7840-B969-A6ED77AA12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2314623"/>
            <a:ext cx="9926052" cy="1795934"/>
          </a:xfrm>
        </p:spPr>
        <p:txBody>
          <a:bodyPr anchor="t"/>
          <a:lstStyle>
            <a:lvl1pPr algn="l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B161A8-AC38-404D-A696-08DF6804C8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1850" y="4214954"/>
            <a:ext cx="4668839" cy="1345115"/>
          </a:xfrm>
        </p:spPr>
        <p:txBody>
          <a:bodyPr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91767-F899-1145-B59F-ABC40DCA5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1500" y="6356352"/>
            <a:ext cx="10972800" cy="365125"/>
          </a:xfrm>
        </p:spPr>
        <p:txBody>
          <a:bodyPr/>
          <a:lstStyle/>
          <a:p>
            <a:r>
              <a:rPr lang="en-US" dirty="0"/>
              <a:t>2018 Trax Group // Do not distribute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76CA97-337D-E440-B43A-405DB10AEF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1" y="661415"/>
            <a:ext cx="2493703" cy="57265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E7147FB-BA18-0B44-80EE-798107045878}"/>
              </a:ext>
            </a:extLst>
          </p:cNvPr>
          <p:cNvSpPr/>
          <p:nvPr userDrawn="1"/>
        </p:nvSpPr>
        <p:spPr>
          <a:xfrm>
            <a:off x="963481" y="2122089"/>
            <a:ext cx="569991" cy="881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114061A-1739-DE4D-B221-2B3A20DA7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1850" y="5664462"/>
            <a:ext cx="4668839" cy="3362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8809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3560B-FCF7-4C0E-A67C-66B1959A9503}" type="datetimeFigureOut">
              <a:rPr lang="en-US" smtClean="0"/>
              <a:t>07/30/2025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413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65961" y="2251166"/>
            <a:ext cx="8069989" cy="181588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sz="2800" dirty="0">
                <a:solidFill>
                  <a:srgbClr val="FF0000"/>
                </a:solidFill>
              </a:rPr>
              <a:t>SHWN_</a:t>
            </a:r>
            <a:r>
              <a:rPr lang="en-PH" sz="2800" dirty="0">
                <a:solidFill>
                  <a:srgbClr val="00B050"/>
                </a:solidFill>
              </a:rPr>
              <a:t>GFHD </a:t>
            </a:r>
            <a:r>
              <a:rPr lang="en-US" sz="2800" dirty="0"/>
              <a:t>(GOFORTH EXPRESS</a:t>
            </a:r>
            <a:r>
              <a:rPr lang="en-PH" sz="2800" dirty="0"/>
              <a:t>)</a:t>
            </a:r>
          </a:p>
          <a:p>
            <a:r>
              <a:rPr lang="en-US" sz="2400" dirty="0">
                <a:solidFill>
                  <a:srgbClr val="FF0000"/>
                </a:solidFill>
              </a:rPr>
              <a:t>Always key the following, visible in the invoice separator sheet: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2000" dirty="0"/>
              <a:t>Batch ID (68) </a:t>
            </a:r>
            <a:r>
              <a:rPr lang="en-US" sz="2000" dirty="0">
                <a:solidFill>
                  <a:srgbClr val="00B050"/>
                </a:solidFill>
              </a:rPr>
              <a:t>BAT ID </a:t>
            </a:r>
            <a:r>
              <a:rPr lang="en-US" sz="2000" dirty="0"/>
              <a:t>(69) Value/No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2000" dirty="0"/>
              <a:t>Client Code (68) </a:t>
            </a:r>
            <a:r>
              <a:rPr lang="en-US" sz="2000" dirty="0">
                <a:solidFill>
                  <a:srgbClr val="00B050"/>
                </a:solidFill>
              </a:rPr>
              <a:t>CL CODE </a:t>
            </a:r>
            <a:r>
              <a:rPr lang="en-US" sz="2000" dirty="0"/>
              <a:t>(69)</a:t>
            </a:r>
            <a:r>
              <a:rPr lang="en-US" sz="2000" dirty="0">
                <a:solidFill>
                  <a:srgbClr val="FF0000"/>
                </a:solidFill>
              </a:rPr>
              <a:t> SHWN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2000" dirty="0" err="1"/>
              <a:t>Scac</a:t>
            </a:r>
            <a:r>
              <a:rPr lang="en-US" sz="2000" dirty="0"/>
              <a:t> Code (68) </a:t>
            </a:r>
            <a:r>
              <a:rPr lang="en-US" sz="2000" dirty="0">
                <a:solidFill>
                  <a:srgbClr val="00B050"/>
                </a:solidFill>
              </a:rPr>
              <a:t>SCAC CODE </a:t>
            </a:r>
            <a:r>
              <a:rPr lang="en-US" sz="2000" dirty="0"/>
              <a:t>(69) </a:t>
            </a:r>
            <a:r>
              <a:rPr lang="en-PH" sz="2000" dirty="0">
                <a:solidFill>
                  <a:srgbClr val="00B050"/>
                </a:solidFill>
              </a:rPr>
              <a:t>GFHD</a:t>
            </a:r>
            <a:endParaRPr lang="en-US" sz="2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342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553C2B-A876-4322-95B8-7FCDFEE59C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0553" y="0"/>
            <a:ext cx="5299364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C66A25A-DC09-4329-810C-78D3139D22E8}"/>
              </a:ext>
            </a:extLst>
          </p:cNvPr>
          <p:cNvSpPr/>
          <p:nvPr/>
        </p:nvSpPr>
        <p:spPr>
          <a:xfrm flipH="1">
            <a:off x="6447404" y="3259509"/>
            <a:ext cx="464168" cy="169491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5" name="Rounded Rectangular Callout 5">
            <a:extLst>
              <a:ext uri="{FF2B5EF4-FFF2-40B4-BE49-F238E27FC236}">
                <a16:creationId xmlns:a16="http://schemas.microsoft.com/office/drawing/2014/main" id="{E55B3EC5-87D8-43A3-AD29-6272F1AC3882}"/>
              </a:ext>
            </a:extLst>
          </p:cNvPr>
          <p:cNvSpPr/>
          <p:nvPr/>
        </p:nvSpPr>
        <p:spPr>
          <a:xfrm>
            <a:off x="7140778" y="3143772"/>
            <a:ext cx="529139" cy="231474"/>
          </a:xfrm>
          <a:prstGeom prst="wedgeRoundRectCallout">
            <a:avLst>
              <a:gd name="adj1" fmla="val -85097"/>
              <a:gd name="adj2" fmla="val 21562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/>
              <a:t>09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ED6463-77C9-4C26-93E7-B473CB7F7198}"/>
              </a:ext>
            </a:extLst>
          </p:cNvPr>
          <p:cNvSpPr txBox="1"/>
          <p:nvPr/>
        </p:nvSpPr>
        <p:spPr>
          <a:xfrm>
            <a:off x="8264562" y="1911580"/>
            <a:ext cx="2768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dirty="0">
                <a:solidFill>
                  <a:srgbClr val="FF0000"/>
                </a:solidFill>
              </a:rPr>
              <a:t>09 CURR</a:t>
            </a:r>
          </a:p>
        </p:txBody>
      </p:sp>
    </p:spTree>
    <p:extLst>
      <p:ext uri="{BB962C8B-B14F-4D97-AF65-F5344CB8AC3E}">
        <p14:creationId xmlns:p14="http://schemas.microsoft.com/office/powerpoint/2010/main" val="2867439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7D1402-AD6A-45F8-A366-3F7D5C38C7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9895" y="0"/>
            <a:ext cx="5299364" cy="6858000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4500D29C-4842-9507-B4F7-ECE747D0B49E}"/>
              </a:ext>
            </a:extLst>
          </p:cNvPr>
          <p:cNvSpPr txBox="1"/>
          <p:nvPr/>
        </p:nvSpPr>
        <p:spPr>
          <a:xfrm>
            <a:off x="8160059" y="1450026"/>
            <a:ext cx="276857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>
                <a:solidFill>
                  <a:srgbClr val="FF0000"/>
                </a:solidFill>
              </a:rPr>
              <a:t>68a BOL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68b ORDER_NO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68c PO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01 REMIT TO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02 BILL TO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03 INV KEY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10 DATE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27 SHIPPER INV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30 CONSIGNEE INV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46 PIECES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47 PIECES TYPE 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61 PICK UP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72 LINE ITEM DESC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74 LINE ITEM QTY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85 LINE ITEM AMT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08/14 INV AMT/ FB </a:t>
            </a:r>
            <a:r>
              <a:rPr lang="en-PH" sz="1200" b="1" dirty="0" smtClean="0">
                <a:solidFill>
                  <a:srgbClr val="FF0000"/>
                </a:solidFill>
              </a:rPr>
              <a:t>AMT</a:t>
            </a:r>
          </a:p>
          <a:p>
            <a:r>
              <a:rPr lang="en-PH" sz="1200" b="1" dirty="0" smtClean="0">
                <a:solidFill>
                  <a:srgbClr val="FF0000"/>
                </a:solidFill>
              </a:rPr>
              <a:t>75 RATE</a:t>
            </a:r>
          </a:p>
          <a:p>
            <a:r>
              <a:rPr lang="en-PH" sz="1200" b="1" dirty="0" smtClean="0">
                <a:solidFill>
                  <a:srgbClr val="FF0000"/>
                </a:solidFill>
              </a:rPr>
              <a:t>42/43 ACTL/FNCL WT</a:t>
            </a:r>
          </a:p>
          <a:p>
            <a:r>
              <a:rPr lang="en-PH" sz="1200" b="1" dirty="0" smtClean="0">
                <a:solidFill>
                  <a:srgbClr val="FF0000"/>
                </a:solidFill>
              </a:rPr>
              <a:t>44/45 WT UOM</a:t>
            </a:r>
            <a:endParaRPr lang="en-PH" sz="1200" b="1" dirty="0">
              <a:solidFill>
                <a:srgbClr val="FF0000"/>
              </a:solidFill>
            </a:endParaRPr>
          </a:p>
        </p:txBody>
      </p:sp>
      <p:sp>
        <p:nvSpPr>
          <p:cNvPr id="6" name="Rounded Rectangular Callout 5"/>
          <p:cNvSpPr/>
          <p:nvPr/>
        </p:nvSpPr>
        <p:spPr>
          <a:xfrm>
            <a:off x="5811468" y="492962"/>
            <a:ext cx="529139" cy="231474"/>
          </a:xfrm>
          <a:prstGeom prst="wedgeRoundRectCallout">
            <a:avLst>
              <a:gd name="adj1" fmla="val -85097"/>
              <a:gd name="adj2" fmla="val 21562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/>
              <a:t>01</a:t>
            </a:r>
          </a:p>
        </p:txBody>
      </p:sp>
      <p:sp>
        <p:nvSpPr>
          <p:cNvPr id="11" name="Rectangle 10"/>
          <p:cNvSpPr/>
          <p:nvPr/>
        </p:nvSpPr>
        <p:spPr>
          <a:xfrm flipH="1">
            <a:off x="4052966" y="360860"/>
            <a:ext cx="1518777" cy="547443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2231BD-DA51-4D43-9F49-A1FED86DEF21}"/>
              </a:ext>
            </a:extLst>
          </p:cNvPr>
          <p:cNvSpPr/>
          <p:nvPr/>
        </p:nvSpPr>
        <p:spPr>
          <a:xfrm flipH="1">
            <a:off x="2797189" y="1061901"/>
            <a:ext cx="1255777" cy="151203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209BB9-6C08-4BD5-BA11-46F9FE90809B}"/>
              </a:ext>
            </a:extLst>
          </p:cNvPr>
          <p:cNvSpPr/>
          <p:nvPr/>
        </p:nvSpPr>
        <p:spPr>
          <a:xfrm flipH="1">
            <a:off x="2291220" y="1494717"/>
            <a:ext cx="1878443" cy="547443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0EA5A0-B17C-4A31-9ADC-22B985B9276D}"/>
              </a:ext>
            </a:extLst>
          </p:cNvPr>
          <p:cNvSpPr/>
          <p:nvPr/>
        </p:nvSpPr>
        <p:spPr>
          <a:xfrm flipH="1">
            <a:off x="6143896" y="1494717"/>
            <a:ext cx="464168" cy="169491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62F209-623F-48AA-921C-78653AA890A6}"/>
              </a:ext>
            </a:extLst>
          </p:cNvPr>
          <p:cNvSpPr/>
          <p:nvPr/>
        </p:nvSpPr>
        <p:spPr>
          <a:xfrm flipH="1">
            <a:off x="6320680" y="1768439"/>
            <a:ext cx="781160" cy="11522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8992B5-5A83-4F83-B880-1FB329A3B9C0}"/>
              </a:ext>
            </a:extLst>
          </p:cNvPr>
          <p:cNvSpPr/>
          <p:nvPr/>
        </p:nvSpPr>
        <p:spPr>
          <a:xfrm flipH="1">
            <a:off x="2967880" y="2217392"/>
            <a:ext cx="994520" cy="26977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BDD489-E3FE-4352-BF33-7FF185880781}"/>
              </a:ext>
            </a:extLst>
          </p:cNvPr>
          <p:cNvSpPr/>
          <p:nvPr/>
        </p:nvSpPr>
        <p:spPr>
          <a:xfrm flipH="1">
            <a:off x="5381460" y="2217392"/>
            <a:ext cx="939220" cy="26977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9336B4-5018-4EB6-BA80-62498DF82609}"/>
              </a:ext>
            </a:extLst>
          </p:cNvPr>
          <p:cNvSpPr/>
          <p:nvPr/>
        </p:nvSpPr>
        <p:spPr>
          <a:xfrm flipH="1">
            <a:off x="5381460" y="2487168"/>
            <a:ext cx="519468" cy="13411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A52959-363A-4E25-ACFF-A1B6EE42AD8B}"/>
              </a:ext>
            </a:extLst>
          </p:cNvPr>
          <p:cNvSpPr/>
          <p:nvPr/>
        </p:nvSpPr>
        <p:spPr>
          <a:xfrm flipH="1">
            <a:off x="2970707" y="2640765"/>
            <a:ext cx="519468" cy="13411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039AC8-0B17-4854-8DD8-82A351E42925}"/>
              </a:ext>
            </a:extLst>
          </p:cNvPr>
          <p:cNvSpPr/>
          <p:nvPr/>
        </p:nvSpPr>
        <p:spPr>
          <a:xfrm flipH="1">
            <a:off x="2970706" y="2774877"/>
            <a:ext cx="844373" cy="13411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AC2C18-4844-4B90-8972-E72319CD04FE}"/>
              </a:ext>
            </a:extLst>
          </p:cNvPr>
          <p:cNvSpPr/>
          <p:nvPr/>
        </p:nvSpPr>
        <p:spPr>
          <a:xfrm flipH="1">
            <a:off x="4565342" y="2640764"/>
            <a:ext cx="555297" cy="118573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AE01B4-1B36-4CA6-93DA-168BF4E65B07}"/>
              </a:ext>
            </a:extLst>
          </p:cNvPr>
          <p:cNvSpPr/>
          <p:nvPr/>
        </p:nvSpPr>
        <p:spPr>
          <a:xfrm flipH="1">
            <a:off x="4565340" y="2759337"/>
            <a:ext cx="235259" cy="118573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514B82-EACA-4267-8DC2-4FCBBB0F685F}"/>
              </a:ext>
            </a:extLst>
          </p:cNvPr>
          <p:cNvSpPr/>
          <p:nvPr/>
        </p:nvSpPr>
        <p:spPr>
          <a:xfrm flipH="1">
            <a:off x="4800598" y="2759337"/>
            <a:ext cx="555296" cy="118573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FD67080-A02A-4DD3-8F29-7987EA7E9038}"/>
              </a:ext>
            </a:extLst>
          </p:cNvPr>
          <p:cNvSpPr/>
          <p:nvPr/>
        </p:nvSpPr>
        <p:spPr>
          <a:xfrm flipH="1">
            <a:off x="4468187" y="3258447"/>
            <a:ext cx="442578" cy="118573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289857-842E-40D4-8884-7C1B36D520E3}"/>
              </a:ext>
            </a:extLst>
          </p:cNvPr>
          <p:cNvSpPr/>
          <p:nvPr/>
        </p:nvSpPr>
        <p:spPr>
          <a:xfrm flipH="1">
            <a:off x="6711259" y="3258445"/>
            <a:ext cx="337240" cy="269615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A2CF4E-FC9E-4C90-9FCC-BF789A2DAE85}"/>
              </a:ext>
            </a:extLst>
          </p:cNvPr>
          <p:cNvSpPr/>
          <p:nvPr/>
        </p:nvSpPr>
        <p:spPr>
          <a:xfrm flipH="1">
            <a:off x="6723577" y="3517297"/>
            <a:ext cx="337240" cy="201264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873138C-D6CD-47F3-A5E7-4D6EC0D53A6F}"/>
              </a:ext>
            </a:extLst>
          </p:cNvPr>
          <p:cNvSpPr/>
          <p:nvPr/>
        </p:nvSpPr>
        <p:spPr>
          <a:xfrm flipH="1">
            <a:off x="2245134" y="3196698"/>
            <a:ext cx="1569943" cy="340179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359CB61D-918D-4778-8621-DC8628994B89}"/>
              </a:ext>
            </a:extLst>
          </p:cNvPr>
          <p:cNvCxnSpPr>
            <a:cxnSpLocks/>
            <a:stCxn id="11" idx="3"/>
            <a:endCxn id="7" idx="0"/>
          </p:cNvCxnSpPr>
          <p:nvPr/>
        </p:nvCxnSpPr>
        <p:spPr>
          <a:xfrm rot="10800000" flipV="1">
            <a:off x="3425078" y="634581"/>
            <a:ext cx="627889" cy="427319"/>
          </a:xfrm>
          <a:prstGeom prst="bentConnector2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ular Callout 5">
            <a:extLst>
              <a:ext uri="{FF2B5EF4-FFF2-40B4-BE49-F238E27FC236}">
                <a16:creationId xmlns:a16="http://schemas.microsoft.com/office/drawing/2014/main" id="{F8F6A013-6336-49C5-AE5C-3DE82D948DC3}"/>
              </a:ext>
            </a:extLst>
          </p:cNvPr>
          <p:cNvSpPr/>
          <p:nvPr/>
        </p:nvSpPr>
        <p:spPr>
          <a:xfrm>
            <a:off x="6837270" y="1378980"/>
            <a:ext cx="529139" cy="231474"/>
          </a:xfrm>
          <a:prstGeom prst="wedgeRoundRectCallout">
            <a:avLst>
              <a:gd name="adj1" fmla="val -85097"/>
              <a:gd name="adj2" fmla="val 21562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/>
              <a:t>03</a:t>
            </a:r>
          </a:p>
        </p:txBody>
      </p:sp>
      <p:sp>
        <p:nvSpPr>
          <p:cNvPr id="28" name="Rounded Rectangular Callout 5">
            <a:extLst>
              <a:ext uri="{FF2B5EF4-FFF2-40B4-BE49-F238E27FC236}">
                <a16:creationId xmlns:a16="http://schemas.microsoft.com/office/drawing/2014/main" id="{7E6EF42E-0EDC-4CF9-9A7D-47B286E9EC52}"/>
              </a:ext>
            </a:extLst>
          </p:cNvPr>
          <p:cNvSpPr/>
          <p:nvPr/>
        </p:nvSpPr>
        <p:spPr>
          <a:xfrm>
            <a:off x="7329259" y="1664208"/>
            <a:ext cx="529139" cy="231474"/>
          </a:xfrm>
          <a:prstGeom prst="wedgeRoundRectCallout">
            <a:avLst>
              <a:gd name="adj1" fmla="val -85097"/>
              <a:gd name="adj2" fmla="val 21562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/>
              <a:t>10</a:t>
            </a:r>
          </a:p>
        </p:txBody>
      </p:sp>
      <p:sp>
        <p:nvSpPr>
          <p:cNvPr id="29" name="Rounded Rectangular Callout 5">
            <a:extLst>
              <a:ext uri="{FF2B5EF4-FFF2-40B4-BE49-F238E27FC236}">
                <a16:creationId xmlns:a16="http://schemas.microsoft.com/office/drawing/2014/main" id="{9799E0E8-0C3C-4BC4-8595-793736B66697}"/>
              </a:ext>
            </a:extLst>
          </p:cNvPr>
          <p:cNvSpPr/>
          <p:nvPr/>
        </p:nvSpPr>
        <p:spPr>
          <a:xfrm>
            <a:off x="7279928" y="3169996"/>
            <a:ext cx="529139" cy="231474"/>
          </a:xfrm>
          <a:prstGeom prst="wedgeRoundRectCallout">
            <a:avLst>
              <a:gd name="adj1" fmla="val -85097"/>
              <a:gd name="adj2" fmla="val 21562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/>
              <a:t>85</a:t>
            </a:r>
          </a:p>
        </p:txBody>
      </p:sp>
      <p:sp>
        <p:nvSpPr>
          <p:cNvPr id="30" name="Rounded Rectangular Callout 5">
            <a:extLst>
              <a:ext uri="{FF2B5EF4-FFF2-40B4-BE49-F238E27FC236}">
                <a16:creationId xmlns:a16="http://schemas.microsoft.com/office/drawing/2014/main" id="{2B2FBCE2-A2C2-466E-A34B-31DD5F7806F1}"/>
              </a:ext>
            </a:extLst>
          </p:cNvPr>
          <p:cNvSpPr/>
          <p:nvPr/>
        </p:nvSpPr>
        <p:spPr>
          <a:xfrm>
            <a:off x="7279927" y="3486809"/>
            <a:ext cx="529139" cy="231474"/>
          </a:xfrm>
          <a:prstGeom prst="wedgeRoundRectCallout">
            <a:avLst>
              <a:gd name="adj1" fmla="val -85097"/>
              <a:gd name="adj2" fmla="val 21562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/>
              <a:t>08/14</a:t>
            </a:r>
          </a:p>
        </p:txBody>
      </p:sp>
      <p:sp>
        <p:nvSpPr>
          <p:cNvPr id="32" name="Rounded Rectangular Callout 5">
            <a:extLst>
              <a:ext uri="{FF2B5EF4-FFF2-40B4-BE49-F238E27FC236}">
                <a16:creationId xmlns:a16="http://schemas.microsoft.com/office/drawing/2014/main" id="{6BC8ECDE-F71F-4835-8F1D-4E769E044EDF}"/>
              </a:ext>
            </a:extLst>
          </p:cNvPr>
          <p:cNvSpPr/>
          <p:nvPr/>
        </p:nvSpPr>
        <p:spPr>
          <a:xfrm>
            <a:off x="2234318" y="2793779"/>
            <a:ext cx="529139" cy="231474"/>
          </a:xfrm>
          <a:prstGeom prst="wedgeRoundRectCallout">
            <a:avLst>
              <a:gd name="adj1" fmla="val 87712"/>
              <a:gd name="adj2" fmla="val -31109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/>
              <a:t>68c</a:t>
            </a:r>
          </a:p>
        </p:txBody>
      </p:sp>
      <p:sp>
        <p:nvSpPr>
          <p:cNvPr id="33" name="Rounded Rectangular Callout 5">
            <a:extLst>
              <a:ext uri="{FF2B5EF4-FFF2-40B4-BE49-F238E27FC236}">
                <a16:creationId xmlns:a16="http://schemas.microsoft.com/office/drawing/2014/main" id="{7C7E0A19-D98B-45E4-A211-413912010DA0}"/>
              </a:ext>
            </a:extLst>
          </p:cNvPr>
          <p:cNvSpPr/>
          <p:nvPr/>
        </p:nvSpPr>
        <p:spPr>
          <a:xfrm>
            <a:off x="1500756" y="3201995"/>
            <a:ext cx="529139" cy="231474"/>
          </a:xfrm>
          <a:prstGeom prst="wedgeRoundRectCallout">
            <a:avLst>
              <a:gd name="adj1" fmla="val 84832"/>
              <a:gd name="adj2" fmla="val 28146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/>
              <a:t>72</a:t>
            </a:r>
          </a:p>
        </p:txBody>
      </p:sp>
      <p:sp>
        <p:nvSpPr>
          <p:cNvPr id="34" name="Rounded Rectangular Callout 5">
            <a:extLst>
              <a:ext uri="{FF2B5EF4-FFF2-40B4-BE49-F238E27FC236}">
                <a16:creationId xmlns:a16="http://schemas.microsoft.com/office/drawing/2014/main" id="{5F1548F7-8B86-4A7E-BB7B-B700600D6DF5}"/>
              </a:ext>
            </a:extLst>
          </p:cNvPr>
          <p:cNvSpPr/>
          <p:nvPr/>
        </p:nvSpPr>
        <p:spPr>
          <a:xfrm>
            <a:off x="3939049" y="3486809"/>
            <a:ext cx="529139" cy="231474"/>
          </a:xfrm>
          <a:prstGeom prst="wedgeRoundRectCallout">
            <a:avLst>
              <a:gd name="adj1" fmla="val 46430"/>
              <a:gd name="adj2" fmla="val -103532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/>
              <a:t>74</a:t>
            </a:r>
          </a:p>
        </p:txBody>
      </p:sp>
      <p:sp>
        <p:nvSpPr>
          <p:cNvPr id="35" name="Rounded Rectangular Callout 5">
            <a:extLst>
              <a:ext uri="{FF2B5EF4-FFF2-40B4-BE49-F238E27FC236}">
                <a16:creationId xmlns:a16="http://schemas.microsoft.com/office/drawing/2014/main" id="{3BC753CB-0BE2-40BE-A67F-D62029D0C4D4}"/>
              </a:ext>
            </a:extLst>
          </p:cNvPr>
          <p:cNvSpPr/>
          <p:nvPr/>
        </p:nvSpPr>
        <p:spPr>
          <a:xfrm>
            <a:off x="2327405" y="2533382"/>
            <a:ext cx="529139" cy="231474"/>
          </a:xfrm>
          <a:prstGeom prst="wedgeRoundRectCallout">
            <a:avLst>
              <a:gd name="adj1" fmla="val 86272"/>
              <a:gd name="adj2" fmla="val 2485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/>
              <a:t>68b</a:t>
            </a:r>
          </a:p>
        </p:txBody>
      </p:sp>
      <p:sp>
        <p:nvSpPr>
          <p:cNvPr id="36" name="Rounded Rectangular Callout 5">
            <a:extLst>
              <a:ext uri="{FF2B5EF4-FFF2-40B4-BE49-F238E27FC236}">
                <a16:creationId xmlns:a16="http://schemas.microsoft.com/office/drawing/2014/main" id="{7CB7B5FB-AB22-4C4D-8CC1-3D62C49FB9FE}"/>
              </a:ext>
            </a:extLst>
          </p:cNvPr>
          <p:cNvSpPr/>
          <p:nvPr/>
        </p:nvSpPr>
        <p:spPr>
          <a:xfrm>
            <a:off x="2234318" y="2217392"/>
            <a:ext cx="529139" cy="231474"/>
          </a:xfrm>
          <a:prstGeom prst="wedgeRoundRectCallout">
            <a:avLst>
              <a:gd name="adj1" fmla="val 86272"/>
              <a:gd name="adj2" fmla="val 2485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/>
              <a:t>27</a:t>
            </a:r>
          </a:p>
        </p:txBody>
      </p:sp>
      <p:sp>
        <p:nvSpPr>
          <p:cNvPr id="37" name="Rounded Rectangular Callout 5">
            <a:extLst>
              <a:ext uri="{FF2B5EF4-FFF2-40B4-BE49-F238E27FC236}">
                <a16:creationId xmlns:a16="http://schemas.microsoft.com/office/drawing/2014/main" id="{CF8B583D-4F8D-4C68-B50A-EA8D1DB56271}"/>
              </a:ext>
            </a:extLst>
          </p:cNvPr>
          <p:cNvSpPr/>
          <p:nvPr/>
        </p:nvSpPr>
        <p:spPr>
          <a:xfrm>
            <a:off x="1580439" y="1589962"/>
            <a:ext cx="529139" cy="231474"/>
          </a:xfrm>
          <a:prstGeom prst="wedgeRoundRectCallout">
            <a:avLst>
              <a:gd name="adj1" fmla="val 86272"/>
              <a:gd name="adj2" fmla="val 2485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/>
              <a:t>02</a:t>
            </a:r>
          </a:p>
        </p:txBody>
      </p:sp>
      <p:sp>
        <p:nvSpPr>
          <p:cNvPr id="38" name="Rounded Rectangular Callout 5">
            <a:extLst>
              <a:ext uri="{FF2B5EF4-FFF2-40B4-BE49-F238E27FC236}">
                <a16:creationId xmlns:a16="http://schemas.microsoft.com/office/drawing/2014/main" id="{3C6C479A-89B4-4C45-B2FC-70525A2AFC7B}"/>
              </a:ext>
            </a:extLst>
          </p:cNvPr>
          <p:cNvSpPr/>
          <p:nvPr/>
        </p:nvSpPr>
        <p:spPr>
          <a:xfrm>
            <a:off x="6553620" y="2206705"/>
            <a:ext cx="529139" cy="231474"/>
          </a:xfrm>
          <a:prstGeom prst="wedgeRoundRectCallout">
            <a:avLst>
              <a:gd name="adj1" fmla="val -85097"/>
              <a:gd name="adj2" fmla="val 21562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/>
              <a:t>30</a:t>
            </a:r>
          </a:p>
        </p:txBody>
      </p:sp>
      <p:sp>
        <p:nvSpPr>
          <p:cNvPr id="39" name="Rounded Rectangular Callout 5">
            <a:extLst>
              <a:ext uri="{FF2B5EF4-FFF2-40B4-BE49-F238E27FC236}">
                <a16:creationId xmlns:a16="http://schemas.microsoft.com/office/drawing/2014/main" id="{A22FC32E-99C2-4864-9669-CE351BD4EBEA}"/>
              </a:ext>
            </a:extLst>
          </p:cNvPr>
          <p:cNvSpPr/>
          <p:nvPr/>
        </p:nvSpPr>
        <p:spPr>
          <a:xfrm>
            <a:off x="5791541" y="2763791"/>
            <a:ext cx="529139" cy="231474"/>
          </a:xfrm>
          <a:prstGeom prst="wedgeRoundRectCallout">
            <a:avLst>
              <a:gd name="adj1" fmla="val -43911"/>
              <a:gd name="adj2" fmla="val -10024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/>
              <a:t>68a</a:t>
            </a:r>
          </a:p>
        </p:txBody>
      </p:sp>
      <p:sp>
        <p:nvSpPr>
          <p:cNvPr id="40" name="Rounded Rectangular Callout 5">
            <a:extLst>
              <a:ext uri="{FF2B5EF4-FFF2-40B4-BE49-F238E27FC236}">
                <a16:creationId xmlns:a16="http://schemas.microsoft.com/office/drawing/2014/main" id="{DF09F771-C580-4FC9-AE49-34DC54F69C1C}"/>
              </a:ext>
            </a:extLst>
          </p:cNvPr>
          <p:cNvSpPr/>
          <p:nvPr/>
        </p:nvSpPr>
        <p:spPr>
          <a:xfrm>
            <a:off x="4142790" y="2297527"/>
            <a:ext cx="529139" cy="231474"/>
          </a:xfrm>
          <a:prstGeom prst="wedgeRoundRectCallout">
            <a:avLst>
              <a:gd name="adj1" fmla="val 48830"/>
              <a:gd name="adj2" fmla="val 88498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/>
              <a:t>61</a:t>
            </a:r>
          </a:p>
        </p:txBody>
      </p:sp>
      <p:sp>
        <p:nvSpPr>
          <p:cNvPr id="42" name="Rounded Rectangular Callout 5">
            <a:extLst>
              <a:ext uri="{FF2B5EF4-FFF2-40B4-BE49-F238E27FC236}">
                <a16:creationId xmlns:a16="http://schemas.microsoft.com/office/drawing/2014/main" id="{C7795C73-8B2C-4D6E-8E4C-E3600B61364B}"/>
              </a:ext>
            </a:extLst>
          </p:cNvPr>
          <p:cNvSpPr/>
          <p:nvPr/>
        </p:nvSpPr>
        <p:spPr>
          <a:xfrm>
            <a:off x="3946398" y="2837857"/>
            <a:ext cx="529139" cy="231474"/>
          </a:xfrm>
          <a:prstGeom prst="wedgeRoundRectCallout">
            <a:avLst>
              <a:gd name="adj1" fmla="val 77631"/>
              <a:gd name="adj2" fmla="val -64248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/>
              <a:t>46</a:t>
            </a:r>
          </a:p>
        </p:txBody>
      </p:sp>
      <p:sp>
        <p:nvSpPr>
          <p:cNvPr id="43" name="Rounded Rectangular Callout 5">
            <a:extLst>
              <a:ext uri="{FF2B5EF4-FFF2-40B4-BE49-F238E27FC236}">
                <a16:creationId xmlns:a16="http://schemas.microsoft.com/office/drawing/2014/main" id="{5B17A783-2E2A-4A6C-B199-9F3C3930C2D7}"/>
              </a:ext>
            </a:extLst>
          </p:cNvPr>
          <p:cNvSpPr/>
          <p:nvPr/>
        </p:nvSpPr>
        <p:spPr>
          <a:xfrm>
            <a:off x="4617236" y="2356814"/>
            <a:ext cx="529139" cy="231474"/>
          </a:xfrm>
          <a:prstGeom prst="wedgeRoundRectCallout">
            <a:avLst>
              <a:gd name="adj1" fmla="val 17065"/>
              <a:gd name="adj2" fmla="val 143803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/>
              <a:t>47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873138C-D6CD-47F3-A5E7-4D6EC0D53A6F}"/>
              </a:ext>
            </a:extLst>
          </p:cNvPr>
          <p:cNvSpPr/>
          <p:nvPr/>
        </p:nvSpPr>
        <p:spPr>
          <a:xfrm flipH="1">
            <a:off x="3435961" y="3377020"/>
            <a:ext cx="283978" cy="139974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4" name="Rounded Rectangular Callout 5">
            <a:extLst>
              <a:ext uri="{FF2B5EF4-FFF2-40B4-BE49-F238E27FC236}">
                <a16:creationId xmlns:a16="http://schemas.microsoft.com/office/drawing/2014/main" id="{7C7E0A19-D98B-45E4-A211-413912010DA0}"/>
              </a:ext>
            </a:extLst>
          </p:cNvPr>
          <p:cNvSpPr/>
          <p:nvPr/>
        </p:nvSpPr>
        <p:spPr>
          <a:xfrm>
            <a:off x="3228653" y="3617929"/>
            <a:ext cx="529139" cy="231474"/>
          </a:xfrm>
          <a:prstGeom prst="wedgeRoundRectCallout">
            <a:avLst>
              <a:gd name="adj1" fmla="val 20646"/>
              <a:gd name="adj2" fmla="val -99769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75</a:t>
            </a:r>
            <a:endParaRPr lang="en-US" sz="1000" b="1" kern="1200" dirty="0"/>
          </a:p>
        </p:txBody>
      </p:sp>
      <p:sp>
        <p:nvSpPr>
          <p:cNvPr id="46" name="Rounded Rectangular Callout 5">
            <a:extLst>
              <a:ext uri="{FF2B5EF4-FFF2-40B4-BE49-F238E27FC236}">
                <a16:creationId xmlns:a16="http://schemas.microsoft.com/office/drawing/2014/main" id="{5F1548F7-8B86-4A7E-BB7B-B700600D6DF5}"/>
              </a:ext>
            </a:extLst>
          </p:cNvPr>
          <p:cNvSpPr/>
          <p:nvPr/>
        </p:nvSpPr>
        <p:spPr>
          <a:xfrm>
            <a:off x="4176824" y="3761016"/>
            <a:ext cx="529139" cy="231474"/>
          </a:xfrm>
          <a:prstGeom prst="wedgeRoundRectCallout">
            <a:avLst>
              <a:gd name="adj1" fmla="val 46430"/>
              <a:gd name="adj2" fmla="val -103532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smtClean="0"/>
              <a:t>42/43</a:t>
            </a:r>
            <a:endParaRPr lang="en-US" sz="1000" b="1" kern="12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FD67080-A02A-4DD3-8F29-7987EA7E9038}"/>
              </a:ext>
            </a:extLst>
          </p:cNvPr>
          <p:cNvSpPr/>
          <p:nvPr/>
        </p:nvSpPr>
        <p:spPr>
          <a:xfrm flipH="1">
            <a:off x="4466009" y="3566136"/>
            <a:ext cx="442578" cy="118573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8" name="Rounded Rectangular Callout 5">
            <a:extLst>
              <a:ext uri="{FF2B5EF4-FFF2-40B4-BE49-F238E27FC236}">
                <a16:creationId xmlns:a16="http://schemas.microsoft.com/office/drawing/2014/main" id="{5F1548F7-8B86-4A7E-BB7B-B700600D6DF5}"/>
              </a:ext>
            </a:extLst>
          </p:cNvPr>
          <p:cNvSpPr/>
          <p:nvPr/>
        </p:nvSpPr>
        <p:spPr>
          <a:xfrm>
            <a:off x="4852321" y="3764036"/>
            <a:ext cx="529139" cy="231474"/>
          </a:xfrm>
          <a:prstGeom prst="wedgeRoundRectCallout">
            <a:avLst>
              <a:gd name="adj1" fmla="val -57255"/>
              <a:gd name="adj2" fmla="val -9977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smtClean="0"/>
              <a:t>44/45</a:t>
            </a:r>
            <a:endParaRPr lang="en-US" sz="1000" b="1" kern="1200" dirty="0"/>
          </a:p>
        </p:txBody>
      </p:sp>
    </p:spTree>
    <p:extLst>
      <p:ext uri="{BB962C8B-B14F-4D97-AF65-F5344CB8AC3E}">
        <p14:creationId xmlns:p14="http://schemas.microsoft.com/office/powerpoint/2010/main" val="341586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5D2D310-7635-4F69-A2CB-B7A0999095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9198" y="0"/>
            <a:ext cx="5299364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500D29C-4842-9507-B4F7-ECE747D0B49E}"/>
              </a:ext>
            </a:extLst>
          </p:cNvPr>
          <p:cNvSpPr txBox="1"/>
          <p:nvPr/>
        </p:nvSpPr>
        <p:spPr>
          <a:xfrm>
            <a:off x="8264562" y="1911580"/>
            <a:ext cx="276857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>
                <a:solidFill>
                  <a:srgbClr val="FF0000"/>
                </a:solidFill>
              </a:rPr>
              <a:t>68a BOL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68b ORDER_NO 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28 SHIPPER BOL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31 CONSIGNEE BOL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61 SHIP DATE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90 PROD DESC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95 PCS CNT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96/97 GROSS WT/ NET WT</a:t>
            </a:r>
          </a:p>
          <a:p>
            <a:r>
              <a:rPr lang="en-PH" sz="1200" b="1" dirty="0">
                <a:solidFill>
                  <a:srgbClr val="FF0000"/>
                </a:solidFill>
              </a:rPr>
              <a:t>98 WT </a:t>
            </a:r>
            <a:r>
              <a:rPr lang="en-PH" sz="1200" b="1" dirty="0" smtClean="0">
                <a:solidFill>
                  <a:srgbClr val="FF0000"/>
                </a:solidFill>
              </a:rPr>
              <a:t>UOM</a:t>
            </a:r>
          </a:p>
          <a:p>
            <a:r>
              <a:rPr lang="en-PH" sz="1200" b="1" dirty="0" smtClean="0">
                <a:solidFill>
                  <a:srgbClr val="FF0000"/>
                </a:solidFill>
              </a:rPr>
              <a:t>68c PO</a:t>
            </a:r>
            <a:endParaRPr lang="en-PH" sz="1200" b="1" dirty="0">
              <a:solidFill>
                <a:srgbClr val="FF0000"/>
              </a:solidFill>
            </a:endParaRPr>
          </a:p>
        </p:txBody>
      </p:sp>
      <p:sp>
        <p:nvSpPr>
          <p:cNvPr id="3" name="Rounded Rectangular Callout 2"/>
          <p:cNvSpPr/>
          <p:nvPr/>
        </p:nvSpPr>
        <p:spPr>
          <a:xfrm>
            <a:off x="7330439" y="245124"/>
            <a:ext cx="529139" cy="231474"/>
          </a:xfrm>
          <a:prstGeom prst="wedgeRoundRectCallout">
            <a:avLst>
              <a:gd name="adj1" fmla="val -79337"/>
              <a:gd name="adj2" fmla="val 44606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/>
              <a:t>68a</a:t>
            </a:r>
          </a:p>
        </p:txBody>
      </p:sp>
      <p:sp>
        <p:nvSpPr>
          <p:cNvPr id="4" name="Rectangle 3"/>
          <p:cNvSpPr/>
          <p:nvPr/>
        </p:nvSpPr>
        <p:spPr>
          <a:xfrm flipH="1">
            <a:off x="6473078" y="360861"/>
            <a:ext cx="682101" cy="13923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26BF52-689D-4FE9-AA81-58D55DBE9DEB}"/>
              </a:ext>
            </a:extLst>
          </p:cNvPr>
          <p:cNvSpPr/>
          <p:nvPr/>
        </p:nvSpPr>
        <p:spPr>
          <a:xfrm flipH="1">
            <a:off x="2564016" y="577094"/>
            <a:ext cx="1960879" cy="44196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BD30C6-B420-458F-94A6-75F52E2E8860}"/>
              </a:ext>
            </a:extLst>
          </p:cNvPr>
          <p:cNvSpPr/>
          <p:nvPr/>
        </p:nvSpPr>
        <p:spPr>
          <a:xfrm flipH="1">
            <a:off x="2564016" y="1019054"/>
            <a:ext cx="1960878" cy="41350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AE47AE-359D-420D-8B8B-7051BCD6977E}"/>
              </a:ext>
            </a:extLst>
          </p:cNvPr>
          <p:cNvSpPr/>
          <p:nvPr/>
        </p:nvSpPr>
        <p:spPr>
          <a:xfrm flipH="1">
            <a:off x="4524896" y="1298454"/>
            <a:ext cx="483983" cy="13410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2E8552-1891-4C80-999F-3D533F3D3E00}"/>
              </a:ext>
            </a:extLst>
          </p:cNvPr>
          <p:cNvSpPr/>
          <p:nvPr/>
        </p:nvSpPr>
        <p:spPr>
          <a:xfrm flipH="1">
            <a:off x="2487815" y="2385574"/>
            <a:ext cx="616064" cy="12394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BB2515-EF15-41A4-BCEB-6E5DBB157737}"/>
              </a:ext>
            </a:extLst>
          </p:cNvPr>
          <p:cNvSpPr/>
          <p:nvPr/>
        </p:nvSpPr>
        <p:spPr>
          <a:xfrm flipH="1">
            <a:off x="6413041" y="5061706"/>
            <a:ext cx="201353" cy="12394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F98970-5316-48DD-BC23-46B0E8E15F1B}"/>
              </a:ext>
            </a:extLst>
          </p:cNvPr>
          <p:cNvSpPr/>
          <p:nvPr/>
        </p:nvSpPr>
        <p:spPr>
          <a:xfrm flipH="1">
            <a:off x="7016172" y="5061706"/>
            <a:ext cx="201353" cy="12394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66D0AE-531A-4E3D-BF3F-0D1CDC8BA031}"/>
              </a:ext>
            </a:extLst>
          </p:cNvPr>
          <p:cNvSpPr/>
          <p:nvPr/>
        </p:nvSpPr>
        <p:spPr>
          <a:xfrm flipH="1">
            <a:off x="7054501" y="2656955"/>
            <a:ext cx="275938" cy="13923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6" name="Rounded Rectangular Callout 2">
            <a:extLst>
              <a:ext uri="{FF2B5EF4-FFF2-40B4-BE49-F238E27FC236}">
                <a16:creationId xmlns:a16="http://schemas.microsoft.com/office/drawing/2014/main" id="{046A60A7-84AB-44A3-90D6-E5A6E2A3C6B2}"/>
              </a:ext>
            </a:extLst>
          </p:cNvPr>
          <p:cNvSpPr/>
          <p:nvPr/>
        </p:nvSpPr>
        <p:spPr>
          <a:xfrm>
            <a:off x="4711935" y="559687"/>
            <a:ext cx="529139" cy="231474"/>
          </a:xfrm>
          <a:prstGeom prst="wedgeRoundRectCallout">
            <a:avLst>
              <a:gd name="adj1" fmla="val -79337"/>
              <a:gd name="adj2" fmla="val 44606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/>
              <a:t>28</a:t>
            </a:r>
          </a:p>
        </p:txBody>
      </p:sp>
      <p:sp>
        <p:nvSpPr>
          <p:cNvPr id="17" name="Rounded Rectangular Callout 2">
            <a:extLst>
              <a:ext uri="{FF2B5EF4-FFF2-40B4-BE49-F238E27FC236}">
                <a16:creationId xmlns:a16="http://schemas.microsoft.com/office/drawing/2014/main" id="{F502FB18-FFE5-486D-A4CC-B3784435E8DA}"/>
              </a:ext>
            </a:extLst>
          </p:cNvPr>
          <p:cNvSpPr/>
          <p:nvPr/>
        </p:nvSpPr>
        <p:spPr>
          <a:xfrm>
            <a:off x="4711936" y="950841"/>
            <a:ext cx="529139" cy="231474"/>
          </a:xfrm>
          <a:prstGeom prst="wedgeRoundRectCallout">
            <a:avLst>
              <a:gd name="adj1" fmla="val -79337"/>
              <a:gd name="adj2" fmla="val 44606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/>
              <a:t>31</a:t>
            </a:r>
          </a:p>
        </p:txBody>
      </p:sp>
      <p:sp>
        <p:nvSpPr>
          <p:cNvPr id="18" name="Rounded Rectangular Callout 2">
            <a:extLst>
              <a:ext uri="{FF2B5EF4-FFF2-40B4-BE49-F238E27FC236}">
                <a16:creationId xmlns:a16="http://schemas.microsoft.com/office/drawing/2014/main" id="{589D8523-C5FA-4017-A2F0-3091846F4680}"/>
              </a:ext>
            </a:extLst>
          </p:cNvPr>
          <p:cNvSpPr/>
          <p:nvPr/>
        </p:nvSpPr>
        <p:spPr>
          <a:xfrm>
            <a:off x="5196839" y="1219714"/>
            <a:ext cx="529139" cy="231474"/>
          </a:xfrm>
          <a:prstGeom prst="wedgeRoundRectCallout">
            <a:avLst>
              <a:gd name="adj1" fmla="val -80489"/>
              <a:gd name="adj2" fmla="val 2090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/>
              <a:t>61</a:t>
            </a:r>
          </a:p>
        </p:txBody>
      </p:sp>
      <p:sp>
        <p:nvSpPr>
          <p:cNvPr id="19" name="Rounded Rectangular Callout 2">
            <a:extLst>
              <a:ext uri="{FF2B5EF4-FFF2-40B4-BE49-F238E27FC236}">
                <a16:creationId xmlns:a16="http://schemas.microsoft.com/office/drawing/2014/main" id="{8C83C764-90C5-40C7-A39F-35B7170B05AF}"/>
              </a:ext>
            </a:extLst>
          </p:cNvPr>
          <p:cNvSpPr/>
          <p:nvPr/>
        </p:nvSpPr>
        <p:spPr>
          <a:xfrm>
            <a:off x="3279885" y="2278921"/>
            <a:ext cx="529139" cy="231474"/>
          </a:xfrm>
          <a:prstGeom prst="wedgeRoundRectCallout">
            <a:avLst>
              <a:gd name="adj1" fmla="val -80489"/>
              <a:gd name="adj2" fmla="val 2090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/>
              <a:t>68b</a:t>
            </a:r>
          </a:p>
        </p:txBody>
      </p:sp>
      <p:sp>
        <p:nvSpPr>
          <p:cNvPr id="20" name="Rounded Rectangular Callout 2">
            <a:extLst>
              <a:ext uri="{FF2B5EF4-FFF2-40B4-BE49-F238E27FC236}">
                <a16:creationId xmlns:a16="http://schemas.microsoft.com/office/drawing/2014/main" id="{4C646DFF-3F5D-420A-9A7A-A5A714D641B6}"/>
              </a:ext>
            </a:extLst>
          </p:cNvPr>
          <p:cNvSpPr/>
          <p:nvPr/>
        </p:nvSpPr>
        <p:spPr>
          <a:xfrm>
            <a:off x="7527521" y="2564717"/>
            <a:ext cx="529139" cy="231474"/>
          </a:xfrm>
          <a:prstGeom prst="wedgeRoundRectCallout">
            <a:avLst>
              <a:gd name="adj1" fmla="val -80489"/>
              <a:gd name="adj2" fmla="val 2090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/>
              <a:t>98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30F08F-C695-40F5-AC84-D86D1A79BAC3}"/>
              </a:ext>
            </a:extLst>
          </p:cNvPr>
          <p:cNvSpPr/>
          <p:nvPr/>
        </p:nvSpPr>
        <p:spPr>
          <a:xfrm flipH="1">
            <a:off x="3406484" y="2802649"/>
            <a:ext cx="1216315" cy="13410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2" name="Rounded Rectangular Callout 2">
            <a:extLst>
              <a:ext uri="{FF2B5EF4-FFF2-40B4-BE49-F238E27FC236}">
                <a16:creationId xmlns:a16="http://schemas.microsoft.com/office/drawing/2014/main" id="{7A2D39E6-E1C5-47A9-907C-03B8848B8685}"/>
              </a:ext>
            </a:extLst>
          </p:cNvPr>
          <p:cNvSpPr/>
          <p:nvPr/>
        </p:nvSpPr>
        <p:spPr>
          <a:xfrm>
            <a:off x="4307461" y="2495099"/>
            <a:ext cx="529139" cy="231474"/>
          </a:xfrm>
          <a:prstGeom prst="wedgeRoundRectCallout">
            <a:avLst>
              <a:gd name="adj1" fmla="val -42087"/>
              <a:gd name="adj2" fmla="val 80159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/>
              <a:t>90</a:t>
            </a:r>
          </a:p>
        </p:txBody>
      </p:sp>
      <p:sp>
        <p:nvSpPr>
          <p:cNvPr id="23" name="Rounded Rectangular Callout 2">
            <a:extLst>
              <a:ext uri="{FF2B5EF4-FFF2-40B4-BE49-F238E27FC236}">
                <a16:creationId xmlns:a16="http://schemas.microsoft.com/office/drawing/2014/main" id="{525A62DE-2A04-4345-8D42-BE202832BC12}"/>
              </a:ext>
            </a:extLst>
          </p:cNvPr>
          <p:cNvSpPr/>
          <p:nvPr/>
        </p:nvSpPr>
        <p:spPr>
          <a:xfrm>
            <a:off x="7393992" y="4945969"/>
            <a:ext cx="529139" cy="231474"/>
          </a:xfrm>
          <a:prstGeom prst="wedgeRoundRectCallout">
            <a:avLst>
              <a:gd name="adj1" fmla="val -80489"/>
              <a:gd name="adj2" fmla="val 2090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/>
              <a:t>96/97</a:t>
            </a:r>
          </a:p>
        </p:txBody>
      </p:sp>
      <p:sp>
        <p:nvSpPr>
          <p:cNvPr id="24" name="Rounded Rectangular Callout 2">
            <a:extLst>
              <a:ext uri="{FF2B5EF4-FFF2-40B4-BE49-F238E27FC236}">
                <a16:creationId xmlns:a16="http://schemas.microsoft.com/office/drawing/2014/main" id="{16139A68-73A6-40A1-9B9A-9CCA7DDE858C}"/>
              </a:ext>
            </a:extLst>
          </p:cNvPr>
          <p:cNvSpPr/>
          <p:nvPr/>
        </p:nvSpPr>
        <p:spPr>
          <a:xfrm>
            <a:off x="5566861" y="4967377"/>
            <a:ext cx="529139" cy="231474"/>
          </a:xfrm>
          <a:prstGeom prst="wedgeRoundRectCallout">
            <a:avLst>
              <a:gd name="adj1" fmla="val 97120"/>
              <a:gd name="adj2" fmla="val 12125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/>
              <a:t>95</a:t>
            </a:r>
          </a:p>
        </p:txBody>
      </p:sp>
      <p:sp>
        <p:nvSpPr>
          <p:cNvPr id="25" name="Rounded Rectangular Callout 2">
            <a:extLst>
              <a:ext uri="{FF2B5EF4-FFF2-40B4-BE49-F238E27FC236}">
                <a16:creationId xmlns:a16="http://schemas.microsoft.com/office/drawing/2014/main" id="{7A2D39E6-E1C5-47A9-907C-03B8848B8685}"/>
              </a:ext>
            </a:extLst>
          </p:cNvPr>
          <p:cNvSpPr/>
          <p:nvPr/>
        </p:nvSpPr>
        <p:spPr>
          <a:xfrm>
            <a:off x="4636209" y="2056895"/>
            <a:ext cx="529139" cy="231474"/>
          </a:xfrm>
          <a:prstGeom prst="wedgeRoundRectCallout">
            <a:avLst>
              <a:gd name="adj1" fmla="val -42087"/>
              <a:gd name="adj2" fmla="val 80159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68c</a:t>
            </a:r>
            <a:endParaRPr lang="en-US" sz="1000" b="1" kern="12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230F08F-C695-40F5-AC84-D86D1A79BAC3}"/>
              </a:ext>
            </a:extLst>
          </p:cNvPr>
          <p:cNvSpPr/>
          <p:nvPr/>
        </p:nvSpPr>
        <p:spPr>
          <a:xfrm flipH="1">
            <a:off x="4158729" y="2387332"/>
            <a:ext cx="1216315" cy="13410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7290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67059A8-3C37-FE4F-A166-461ADD3C9888}"/>
              </a:ext>
            </a:extLst>
          </p:cNvPr>
          <p:cNvSpPr txBox="1">
            <a:spLocks/>
          </p:cNvSpPr>
          <p:nvPr/>
        </p:nvSpPr>
        <p:spPr>
          <a:xfrm>
            <a:off x="2152651" y="959911"/>
            <a:ext cx="333047" cy="30928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b="0" i="1" kern="1200">
                <a:solidFill>
                  <a:schemeClr val="tx1">
                    <a:tint val="75000"/>
                  </a:schemeClr>
                </a:solidFill>
                <a:latin typeface="Proxima Nova Condensed Light" panose="02000506030000020004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accent6">
                    <a:lumMod val="75000"/>
                  </a:schemeClr>
                </a:solidFill>
              </a:rPr>
              <a:t>6</a:t>
            </a:r>
            <a:r>
              <a:rPr lang="en-US" sz="900" dirty="0"/>
              <a:t>   </a:t>
            </a:r>
          </a:p>
        </p:txBody>
      </p:sp>
      <p:sp>
        <p:nvSpPr>
          <p:cNvPr id="10" name="Rectangle 4"/>
          <p:cNvSpPr txBox="1">
            <a:spLocks noChangeArrowheads="1"/>
          </p:cNvSpPr>
          <p:nvPr/>
        </p:nvSpPr>
        <p:spPr>
          <a:xfrm>
            <a:off x="4729424" y="1892674"/>
            <a:ext cx="3580858" cy="393194"/>
          </a:xfrm>
          <a:prstGeom prst="rect">
            <a:avLst/>
          </a:prstGeom>
        </p:spPr>
        <p:txBody>
          <a:bodyPr vert="horz" lIns="68580" tIns="34290" rIns="68580" bIns="3429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Proxima Nova" panose="02000506030000020004" pitchFamily="2" charset="0"/>
                <a:ea typeface="+mj-ea"/>
                <a:cs typeface="+mj-cs"/>
              </a:defRPr>
            </a:lvl1pPr>
          </a:lstStyle>
          <a:p>
            <a:r>
              <a:rPr lang="en-US" altLang="en-US" sz="2400" dirty="0"/>
              <a:t>For Verification Table</a:t>
            </a:r>
          </a:p>
        </p:txBody>
      </p:sp>
      <p:graphicFrame>
        <p:nvGraphicFramePr>
          <p:cNvPr id="11" name="Group 4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6942317"/>
              </p:ext>
            </p:extLst>
          </p:nvPr>
        </p:nvGraphicFramePr>
        <p:xfrm>
          <a:off x="2286000" y="2837331"/>
          <a:ext cx="7763435" cy="2569284"/>
        </p:xfrm>
        <a:graphic>
          <a:graphicData uri="http://schemas.openxmlformats.org/drawingml/2006/table">
            <a:tbl>
              <a:tblPr/>
              <a:tblGrid>
                <a:gridCol w="4446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01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  <a:cs typeface="Arial" charset="0"/>
                        </a:rPr>
                        <a:t>NAME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  <a:cs typeface="Arial" charset="0"/>
                        </a:rPr>
                        <a:t>DATE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DI-72434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CIDJANE J. LOCAYLOCAY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07/24/2025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4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3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3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4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53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4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53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44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215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11263</TotalTime>
  <Words>181</Words>
  <Application>Microsoft Office PowerPoint</Application>
  <PresentationFormat>Widescreen</PresentationFormat>
  <Paragraphs>72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Proxima Nova</vt:lpstr>
      <vt:lpstr>Proxima Nova Condensed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joyce.catubig</dc:creator>
  <cp:lastModifiedBy>John Ryan Infante</cp:lastModifiedBy>
  <cp:revision>100</cp:revision>
  <dcterms:created xsi:type="dcterms:W3CDTF">2024-06-25T01:46:07Z</dcterms:created>
  <dcterms:modified xsi:type="dcterms:W3CDTF">2025-07-29T20:09:37Z</dcterms:modified>
</cp:coreProperties>
</file>