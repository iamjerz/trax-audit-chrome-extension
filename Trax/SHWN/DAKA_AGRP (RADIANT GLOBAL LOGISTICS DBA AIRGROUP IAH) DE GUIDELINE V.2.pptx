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7" autoAdjust="0"/>
    <p:restoredTop sz="94374" autoAdjust="0"/>
  </p:normalViewPr>
  <p:slideViewPr>
    <p:cSldViewPr snapToGrid="0">
      <p:cViewPr>
        <p:scale>
          <a:sx n="125" d="100"/>
          <a:sy n="125" d="100"/>
        </p:scale>
        <p:origin x="-326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8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560B-FCF7-4C0E-A67C-66B1959A95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65961" y="2251166"/>
            <a:ext cx="8069989" cy="224676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>
                <a:solidFill>
                  <a:srgbClr val="FF0000"/>
                </a:solidFill>
              </a:rPr>
              <a:t>DAKA_</a:t>
            </a:r>
            <a:r>
              <a:rPr lang="en-PH" sz="2800" dirty="0">
                <a:solidFill>
                  <a:srgbClr val="00B050"/>
                </a:solidFill>
              </a:rPr>
              <a:t>AGRP </a:t>
            </a:r>
            <a:r>
              <a:rPr lang="en-PH" sz="2800" dirty="0"/>
              <a:t>(</a:t>
            </a:r>
            <a:r>
              <a:rPr lang="en-US" sz="2800" dirty="0"/>
              <a:t>RADIANT GLOBAL LOGISTICS DBA AIRGROUP IAH</a:t>
            </a:r>
            <a:r>
              <a:rPr lang="en-PH" sz="2800" dirty="0"/>
              <a:t>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Always 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Batch ID (68) </a:t>
            </a:r>
            <a:r>
              <a:rPr lang="en-US" sz="2000" dirty="0">
                <a:solidFill>
                  <a:srgbClr val="00B050"/>
                </a:solidFill>
              </a:rPr>
              <a:t>BAT ID </a:t>
            </a:r>
            <a:r>
              <a:rPr lang="en-US" sz="2000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/>
              <a:t>Client Code (68) </a:t>
            </a:r>
            <a:r>
              <a:rPr lang="en-US" sz="2000" dirty="0">
                <a:solidFill>
                  <a:srgbClr val="00B050"/>
                </a:solidFill>
              </a:rPr>
              <a:t>CL CODE </a:t>
            </a:r>
            <a:r>
              <a:rPr lang="en-US" sz="2000" dirty="0"/>
              <a:t>(69)</a:t>
            </a:r>
            <a:r>
              <a:rPr lang="en-US" sz="2000" dirty="0">
                <a:solidFill>
                  <a:srgbClr val="FF0000"/>
                </a:solidFill>
              </a:rPr>
              <a:t> DAKA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 err="1"/>
              <a:t>Scac</a:t>
            </a:r>
            <a:r>
              <a:rPr lang="en-US" sz="2000" dirty="0"/>
              <a:t> Code (68) </a:t>
            </a:r>
            <a:r>
              <a:rPr lang="en-US" sz="2000" dirty="0">
                <a:solidFill>
                  <a:srgbClr val="00B050"/>
                </a:solidFill>
              </a:rPr>
              <a:t>SCAC CODE </a:t>
            </a:r>
            <a:r>
              <a:rPr lang="en-US" sz="2000" dirty="0"/>
              <a:t>(69) </a:t>
            </a:r>
            <a:r>
              <a:rPr lang="en-PH" sz="2000" dirty="0">
                <a:solidFill>
                  <a:srgbClr val="00B050"/>
                </a:solidFill>
              </a:rPr>
              <a:t>AGRP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650" y="0"/>
            <a:ext cx="529615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09498" y="1259175"/>
            <a:ext cx="320629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05 ACCT NO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10 DATE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11 DUE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27 SHIPPER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27.9 SHIPPER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30 CONSIGNEE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30.9 CONSIGNEE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38 SRVC LEVEL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42 ACTUAL WT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44 ACTUAL WT UOM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43 FNCL WT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45 FNCL WT UOM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46 PIECES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47 PIECES TYPE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58 RECEIVED BY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68a REF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68b HAWB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75 LINE ITEM RATE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90 PROD DESC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08/14 INV AMT/ FB AMT</a:t>
            </a:r>
          </a:p>
        </p:txBody>
      </p:sp>
      <p:sp>
        <p:nvSpPr>
          <p:cNvPr id="4" name="Rectangle 3"/>
          <p:cNvSpPr/>
          <p:nvPr/>
        </p:nvSpPr>
        <p:spPr>
          <a:xfrm flipH="1">
            <a:off x="2248389" y="1240771"/>
            <a:ext cx="1321104" cy="33561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1532969" y="929215"/>
            <a:ext cx="529139" cy="231474"/>
          </a:xfrm>
          <a:prstGeom prst="wedgeRoundRectCallout">
            <a:avLst>
              <a:gd name="adj1" fmla="val 112193"/>
              <a:gd name="adj2" fmla="val 15872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02</a:t>
            </a:r>
            <a:endParaRPr lang="en-US" sz="1000" b="1" kern="1200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4003927" y="1083052"/>
            <a:ext cx="529139" cy="231474"/>
          </a:xfrm>
          <a:prstGeom prst="wedgeRoundRectCallout">
            <a:avLst>
              <a:gd name="adj1" fmla="val 112193"/>
              <a:gd name="adj2" fmla="val 15872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27</a:t>
            </a:r>
            <a:endParaRPr lang="en-US" sz="1000" b="1" kern="1200" dirty="0"/>
          </a:p>
        </p:txBody>
      </p:sp>
      <p:sp>
        <p:nvSpPr>
          <p:cNvPr id="7" name="Rectangle 6"/>
          <p:cNvSpPr/>
          <p:nvPr/>
        </p:nvSpPr>
        <p:spPr>
          <a:xfrm flipH="1">
            <a:off x="4658481" y="1268699"/>
            <a:ext cx="1528562" cy="40293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4003927" y="1773614"/>
            <a:ext cx="529139" cy="231474"/>
          </a:xfrm>
          <a:prstGeom prst="wedgeRoundRectCallout">
            <a:avLst>
              <a:gd name="adj1" fmla="val 112193"/>
              <a:gd name="adj2" fmla="val 15872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30</a:t>
            </a:r>
            <a:endParaRPr lang="en-US" sz="1000" b="1" kern="1200" dirty="0"/>
          </a:p>
        </p:txBody>
      </p:sp>
      <p:sp>
        <p:nvSpPr>
          <p:cNvPr id="9" name="Rectangle 8"/>
          <p:cNvSpPr/>
          <p:nvPr/>
        </p:nvSpPr>
        <p:spPr>
          <a:xfrm flipH="1">
            <a:off x="4639431" y="1973548"/>
            <a:ext cx="1528562" cy="40293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4985506" y="2552700"/>
            <a:ext cx="715207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4976553" y="1734486"/>
            <a:ext cx="715207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6466140" y="1618749"/>
            <a:ext cx="529139" cy="231474"/>
          </a:xfrm>
          <a:prstGeom prst="wedgeRoundRectCallout">
            <a:avLst>
              <a:gd name="adj1" fmla="val -206424"/>
              <a:gd name="adj2" fmla="val 229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68a</a:t>
            </a:r>
            <a:endParaRPr lang="en-US" sz="1000" b="1" kern="1200" dirty="0"/>
          </a:p>
        </p:txBody>
      </p:sp>
      <p:sp>
        <p:nvSpPr>
          <p:cNvPr id="21" name="Rounded Rectangular Callout 20"/>
          <p:cNvSpPr/>
          <p:nvPr/>
        </p:nvSpPr>
        <p:spPr>
          <a:xfrm>
            <a:off x="6330268" y="2436963"/>
            <a:ext cx="529139" cy="231474"/>
          </a:xfrm>
          <a:prstGeom prst="wedgeRoundRectCallout">
            <a:avLst>
              <a:gd name="adj1" fmla="val -206424"/>
              <a:gd name="adj2" fmla="val 229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68a</a:t>
            </a:r>
            <a:endParaRPr lang="en-US" sz="1000" b="1" kern="1200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95" y="4014788"/>
            <a:ext cx="715207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2766313" y="4358632"/>
            <a:ext cx="529139" cy="231474"/>
          </a:xfrm>
          <a:prstGeom prst="wedgeRoundRectCallout">
            <a:avLst>
              <a:gd name="adj1" fmla="val -103819"/>
              <a:gd name="adj2" fmla="val -16120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72</a:t>
            </a:r>
            <a:endParaRPr lang="en-US" sz="1000" b="1" kern="1200" dirty="0"/>
          </a:p>
        </p:txBody>
      </p:sp>
      <p:sp>
        <p:nvSpPr>
          <p:cNvPr id="24" name="Rectangle 23"/>
          <p:cNvSpPr/>
          <p:nvPr/>
        </p:nvSpPr>
        <p:spPr>
          <a:xfrm flipH="1">
            <a:off x="5010906" y="4024748"/>
            <a:ext cx="27864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5010906" y="4352058"/>
            <a:ext cx="469239" cy="231474"/>
          </a:xfrm>
          <a:prstGeom prst="wedgeRoundRectCallout">
            <a:avLst>
              <a:gd name="adj1" fmla="val -20351"/>
              <a:gd name="adj2" fmla="val -15812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74</a:t>
            </a:r>
            <a:endParaRPr lang="en-US" sz="1000" b="1" kern="1200" dirty="0"/>
          </a:p>
        </p:txBody>
      </p:sp>
      <p:sp>
        <p:nvSpPr>
          <p:cNvPr id="32" name="Rectangle 31"/>
          <p:cNvSpPr/>
          <p:nvPr/>
        </p:nvSpPr>
        <p:spPr>
          <a:xfrm flipH="1">
            <a:off x="4944231" y="3705579"/>
            <a:ext cx="27864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 flipH="1">
            <a:off x="4500109" y="3705578"/>
            <a:ext cx="21000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4" name="Rounded Rectangular Callout 33"/>
          <p:cNvSpPr/>
          <p:nvPr/>
        </p:nvSpPr>
        <p:spPr>
          <a:xfrm>
            <a:off x="5169092" y="3345299"/>
            <a:ext cx="469239" cy="231474"/>
          </a:xfrm>
          <a:prstGeom prst="wedgeRoundRectCallout">
            <a:avLst>
              <a:gd name="adj1" fmla="val -56381"/>
              <a:gd name="adj2" fmla="val 1350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46</a:t>
            </a:r>
            <a:endParaRPr lang="en-US" sz="1000" b="1" kern="12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4595217" y="3313263"/>
            <a:ext cx="469239" cy="231474"/>
          </a:xfrm>
          <a:prstGeom prst="wedgeRoundRectCallout">
            <a:avLst>
              <a:gd name="adj1" fmla="val -56381"/>
              <a:gd name="adj2" fmla="val 1350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47</a:t>
            </a:r>
            <a:endParaRPr lang="en-US" sz="1000" b="1" kern="1200" dirty="0"/>
          </a:p>
        </p:txBody>
      </p:sp>
      <p:sp>
        <p:nvSpPr>
          <p:cNvPr id="36" name="Rectangle 35"/>
          <p:cNvSpPr/>
          <p:nvPr/>
        </p:nvSpPr>
        <p:spPr>
          <a:xfrm flipH="1">
            <a:off x="5986463" y="3705579"/>
            <a:ext cx="629725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7" name="Rounded Rectangular Callout 36"/>
          <p:cNvSpPr/>
          <p:nvPr/>
        </p:nvSpPr>
        <p:spPr>
          <a:xfrm>
            <a:off x="6562405" y="3345299"/>
            <a:ext cx="469239" cy="231474"/>
          </a:xfrm>
          <a:prstGeom prst="wedgeRoundRectCallout">
            <a:avLst>
              <a:gd name="adj1" fmla="val -56381"/>
              <a:gd name="adj2" fmla="val 1350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58</a:t>
            </a:r>
            <a:endParaRPr lang="en-US" sz="1000" b="1" kern="1200" dirty="0"/>
          </a:p>
        </p:txBody>
      </p:sp>
      <p:sp>
        <p:nvSpPr>
          <p:cNvPr id="38" name="Rectangle 37"/>
          <p:cNvSpPr/>
          <p:nvPr/>
        </p:nvSpPr>
        <p:spPr>
          <a:xfrm flipH="1">
            <a:off x="5648411" y="4000189"/>
            <a:ext cx="41901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9" name="Rounded Rectangular Callout 38"/>
          <p:cNvSpPr/>
          <p:nvPr/>
        </p:nvSpPr>
        <p:spPr>
          <a:xfrm>
            <a:off x="5674199" y="4242895"/>
            <a:ext cx="469239" cy="231474"/>
          </a:xfrm>
          <a:prstGeom prst="wedgeRoundRectCallout">
            <a:avLst>
              <a:gd name="adj1" fmla="val -3604"/>
              <a:gd name="adj2" fmla="val -13137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75</a:t>
            </a:r>
            <a:endParaRPr lang="en-US" sz="1000" b="1" kern="1200" dirty="0"/>
          </a:p>
        </p:txBody>
      </p:sp>
      <p:sp>
        <p:nvSpPr>
          <p:cNvPr id="40" name="Rectangle 39"/>
          <p:cNvSpPr/>
          <p:nvPr/>
        </p:nvSpPr>
        <p:spPr>
          <a:xfrm flipH="1">
            <a:off x="6509977" y="4010929"/>
            <a:ext cx="41901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1" name="Rounded Rectangular Callout 40"/>
          <p:cNvSpPr/>
          <p:nvPr/>
        </p:nvSpPr>
        <p:spPr>
          <a:xfrm>
            <a:off x="6535765" y="4253635"/>
            <a:ext cx="469239" cy="231474"/>
          </a:xfrm>
          <a:prstGeom prst="wedgeRoundRectCallout">
            <a:avLst>
              <a:gd name="adj1" fmla="val -3604"/>
              <a:gd name="adj2" fmla="val -13137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85</a:t>
            </a:r>
            <a:endParaRPr lang="en-US" sz="1000" b="1" kern="1200" dirty="0"/>
          </a:p>
        </p:txBody>
      </p:sp>
      <p:sp>
        <p:nvSpPr>
          <p:cNvPr id="42" name="Rectangle 41"/>
          <p:cNvSpPr/>
          <p:nvPr/>
        </p:nvSpPr>
        <p:spPr>
          <a:xfrm flipH="1">
            <a:off x="6521202" y="5066265"/>
            <a:ext cx="41901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3" name="Rounded Rectangular Callout 42"/>
          <p:cNvSpPr/>
          <p:nvPr/>
        </p:nvSpPr>
        <p:spPr>
          <a:xfrm>
            <a:off x="7069165" y="5207019"/>
            <a:ext cx="588935" cy="231474"/>
          </a:xfrm>
          <a:prstGeom prst="wedgeRoundRectCallout">
            <a:avLst>
              <a:gd name="adj1" fmla="val -105098"/>
              <a:gd name="adj2" fmla="val -8199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08/14</a:t>
            </a:r>
            <a:endParaRPr lang="en-US" sz="1000" b="1" kern="1200" dirty="0"/>
          </a:p>
        </p:txBody>
      </p:sp>
      <p:sp>
        <p:nvSpPr>
          <p:cNvPr id="44" name="Rectangle 43"/>
          <p:cNvSpPr/>
          <p:nvPr/>
        </p:nvSpPr>
        <p:spPr>
          <a:xfrm flipH="1">
            <a:off x="2992628" y="2117725"/>
            <a:ext cx="488109" cy="7807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5" name="Rounded Rectangular Callout 44"/>
          <p:cNvSpPr/>
          <p:nvPr/>
        </p:nvSpPr>
        <p:spPr>
          <a:xfrm>
            <a:off x="3707574" y="2080063"/>
            <a:ext cx="424562" cy="148787"/>
          </a:xfrm>
          <a:prstGeom prst="wedgeRoundRectCallout">
            <a:avLst>
              <a:gd name="adj1" fmla="val -111619"/>
              <a:gd name="adj2" fmla="val -1547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61</a:t>
            </a:r>
            <a:endParaRPr lang="en-US" sz="1000" b="1" kern="1200" dirty="0"/>
          </a:p>
        </p:txBody>
      </p:sp>
      <p:sp>
        <p:nvSpPr>
          <p:cNvPr id="46" name="Rectangle 45"/>
          <p:cNvSpPr/>
          <p:nvPr/>
        </p:nvSpPr>
        <p:spPr>
          <a:xfrm flipH="1">
            <a:off x="2973380" y="2039650"/>
            <a:ext cx="322072" cy="7807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7" name="Rounded Rectangular Callout 46"/>
          <p:cNvSpPr/>
          <p:nvPr/>
        </p:nvSpPr>
        <p:spPr>
          <a:xfrm>
            <a:off x="1853885" y="2026230"/>
            <a:ext cx="424562" cy="148787"/>
          </a:xfrm>
          <a:prstGeom prst="wedgeRoundRectCallout">
            <a:avLst>
              <a:gd name="adj1" fmla="val 251826"/>
              <a:gd name="adj2" fmla="val 50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38</a:t>
            </a:r>
            <a:endParaRPr lang="en-US" sz="1000" b="1" kern="1200" dirty="0"/>
          </a:p>
        </p:txBody>
      </p:sp>
      <p:sp>
        <p:nvSpPr>
          <p:cNvPr id="48" name="Rectangle 47"/>
          <p:cNvSpPr/>
          <p:nvPr/>
        </p:nvSpPr>
        <p:spPr>
          <a:xfrm flipH="1">
            <a:off x="2511068" y="2532759"/>
            <a:ext cx="292100" cy="11315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 flipH="1">
            <a:off x="2807727" y="2532759"/>
            <a:ext cx="190076" cy="10998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0" name="Rounded Rectangular Callout 49"/>
          <p:cNvSpPr/>
          <p:nvPr/>
        </p:nvSpPr>
        <p:spPr>
          <a:xfrm>
            <a:off x="1714206" y="2476901"/>
            <a:ext cx="529722" cy="168559"/>
          </a:xfrm>
          <a:prstGeom prst="wedgeRoundRectCallout">
            <a:avLst>
              <a:gd name="adj1" fmla="val 93660"/>
              <a:gd name="adj2" fmla="val 2453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42</a:t>
            </a:r>
            <a:endParaRPr lang="en-US" sz="1000" b="1" kern="1200" dirty="0"/>
          </a:p>
        </p:txBody>
      </p:sp>
      <p:sp>
        <p:nvSpPr>
          <p:cNvPr id="51" name="Rounded Rectangular Callout 50"/>
          <p:cNvSpPr/>
          <p:nvPr/>
        </p:nvSpPr>
        <p:spPr>
          <a:xfrm>
            <a:off x="2848939" y="2273875"/>
            <a:ext cx="529722" cy="168559"/>
          </a:xfrm>
          <a:prstGeom prst="wedgeRoundRectCallout">
            <a:avLst>
              <a:gd name="adj1" fmla="val -40689"/>
              <a:gd name="adj2" fmla="val 10610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44</a:t>
            </a:r>
            <a:endParaRPr lang="en-US" sz="1000" b="1" kern="1200" dirty="0"/>
          </a:p>
        </p:txBody>
      </p:sp>
      <p:sp>
        <p:nvSpPr>
          <p:cNvPr id="52" name="Rectangle 51"/>
          <p:cNvSpPr/>
          <p:nvPr/>
        </p:nvSpPr>
        <p:spPr>
          <a:xfrm flipH="1">
            <a:off x="2222499" y="3308304"/>
            <a:ext cx="1692433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3" name="Rounded Rectangular Callout 52"/>
          <p:cNvSpPr/>
          <p:nvPr/>
        </p:nvSpPr>
        <p:spPr>
          <a:xfrm>
            <a:off x="3699144" y="3652148"/>
            <a:ext cx="529139" cy="231474"/>
          </a:xfrm>
          <a:prstGeom prst="wedgeRoundRectCallout">
            <a:avLst>
              <a:gd name="adj1" fmla="val -103819"/>
              <a:gd name="adj2" fmla="val -16120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90</a:t>
            </a:r>
            <a:endParaRPr lang="en-US" sz="1000" b="1" kern="1200" dirty="0"/>
          </a:p>
        </p:txBody>
      </p:sp>
      <p:sp>
        <p:nvSpPr>
          <p:cNvPr id="54" name="Rectangle 53"/>
          <p:cNvSpPr/>
          <p:nvPr/>
        </p:nvSpPr>
        <p:spPr>
          <a:xfrm flipH="1">
            <a:off x="5986463" y="184953"/>
            <a:ext cx="838200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5" name="Rounded Rectangular Callout 54"/>
          <p:cNvSpPr/>
          <p:nvPr/>
        </p:nvSpPr>
        <p:spPr>
          <a:xfrm>
            <a:off x="4938358" y="748527"/>
            <a:ext cx="588935" cy="231474"/>
          </a:xfrm>
          <a:prstGeom prst="wedgeRoundRectCallout">
            <a:avLst>
              <a:gd name="adj1" fmla="val -59813"/>
              <a:gd name="adj2" fmla="val -15195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01</a:t>
            </a:r>
            <a:endParaRPr lang="en-US" sz="1000" b="1" kern="1200" dirty="0"/>
          </a:p>
        </p:txBody>
      </p:sp>
      <p:sp>
        <p:nvSpPr>
          <p:cNvPr id="56" name="Rectangle 55"/>
          <p:cNvSpPr/>
          <p:nvPr/>
        </p:nvSpPr>
        <p:spPr>
          <a:xfrm flipH="1">
            <a:off x="2604622" y="5964098"/>
            <a:ext cx="440203" cy="14142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7" name="Rounded Rectangular Callout 56"/>
          <p:cNvSpPr/>
          <p:nvPr/>
        </p:nvSpPr>
        <p:spPr>
          <a:xfrm>
            <a:off x="2648560" y="6226899"/>
            <a:ext cx="588935" cy="231474"/>
          </a:xfrm>
          <a:prstGeom prst="wedgeRoundRectCallout">
            <a:avLst>
              <a:gd name="adj1" fmla="val -26927"/>
              <a:gd name="adj2" fmla="val -13960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05</a:t>
            </a:r>
            <a:endParaRPr lang="en-US" sz="1000" b="1" kern="1200" dirty="0"/>
          </a:p>
        </p:txBody>
      </p:sp>
      <p:sp>
        <p:nvSpPr>
          <p:cNvPr id="58" name="Rounded Rectangular Callout 57"/>
          <p:cNvSpPr/>
          <p:nvPr/>
        </p:nvSpPr>
        <p:spPr>
          <a:xfrm>
            <a:off x="7141215" y="43895"/>
            <a:ext cx="588935" cy="231474"/>
          </a:xfrm>
          <a:prstGeom prst="wedgeRoundRectCallout">
            <a:avLst>
              <a:gd name="adj1" fmla="val -116420"/>
              <a:gd name="adj2" fmla="val 3116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03</a:t>
            </a:r>
            <a:endParaRPr lang="en-US" sz="1000" b="1" kern="1200" dirty="0"/>
          </a:p>
        </p:txBody>
      </p:sp>
      <p:sp>
        <p:nvSpPr>
          <p:cNvPr id="59" name="Rectangle 58"/>
          <p:cNvSpPr/>
          <p:nvPr/>
        </p:nvSpPr>
        <p:spPr>
          <a:xfrm flipH="1">
            <a:off x="5981696" y="284966"/>
            <a:ext cx="838200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0" name="Rounded Rectangular Callout 59"/>
          <p:cNvSpPr/>
          <p:nvPr/>
        </p:nvSpPr>
        <p:spPr>
          <a:xfrm>
            <a:off x="7069164" y="319264"/>
            <a:ext cx="588935" cy="231474"/>
          </a:xfrm>
          <a:prstGeom prst="wedgeRoundRectCallout">
            <a:avLst>
              <a:gd name="adj1" fmla="val -106716"/>
              <a:gd name="adj2" fmla="val -3879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10</a:t>
            </a:r>
            <a:endParaRPr lang="en-US" sz="1000" b="1" kern="1200" dirty="0"/>
          </a:p>
        </p:txBody>
      </p:sp>
      <p:sp>
        <p:nvSpPr>
          <p:cNvPr id="61" name="Rounded Rectangular Callout 60"/>
          <p:cNvSpPr/>
          <p:nvPr/>
        </p:nvSpPr>
        <p:spPr>
          <a:xfrm>
            <a:off x="6819896" y="578064"/>
            <a:ext cx="588935" cy="231474"/>
          </a:xfrm>
          <a:prstGeom prst="wedgeRoundRectCallout">
            <a:avLst>
              <a:gd name="adj1" fmla="val -121272"/>
              <a:gd name="adj2" fmla="val -3261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11</a:t>
            </a:r>
            <a:endParaRPr lang="en-US" sz="1000" b="1" kern="1200" dirty="0"/>
          </a:p>
        </p:txBody>
      </p:sp>
      <p:sp>
        <p:nvSpPr>
          <p:cNvPr id="62" name="Rectangle 61"/>
          <p:cNvSpPr/>
          <p:nvPr/>
        </p:nvSpPr>
        <p:spPr>
          <a:xfrm flipH="1">
            <a:off x="6016084" y="563262"/>
            <a:ext cx="450056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 flipH="1">
            <a:off x="2222498" y="125142"/>
            <a:ext cx="2897187" cy="49464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 flipH="1">
            <a:off x="5973238" y="5765800"/>
            <a:ext cx="287861" cy="8671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7" name="Rounded Rectangular Callout 66"/>
          <p:cNvSpPr/>
          <p:nvPr/>
        </p:nvSpPr>
        <p:spPr>
          <a:xfrm>
            <a:off x="6690882" y="5460172"/>
            <a:ext cx="588935" cy="231474"/>
          </a:xfrm>
          <a:prstGeom prst="wedgeRoundRectCallout">
            <a:avLst>
              <a:gd name="adj1" fmla="val -131514"/>
              <a:gd name="adj2" fmla="val 9494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27.9</a:t>
            </a:r>
            <a:endParaRPr lang="en-US" sz="1000" b="1" kern="1200" dirty="0"/>
          </a:p>
        </p:txBody>
      </p:sp>
      <p:sp>
        <p:nvSpPr>
          <p:cNvPr id="68" name="Rectangle 67"/>
          <p:cNvSpPr/>
          <p:nvPr/>
        </p:nvSpPr>
        <p:spPr>
          <a:xfrm flipH="1">
            <a:off x="5966888" y="5848350"/>
            <a:ext cx="287861" cy="8671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9" name="Rounded Rectangular Callout 68"/>
          <p:cNvSpPr/>
          <p:nvPr/>
        </p:nvSpPr>
        <p:spPr>
          <a:xfrm>
            <a:off x="6635234" y="5741188"/>
            <a:ext cx="588935" cy="231474"/>
          </a:xfrm>
          <a:prstGeom prst="wedgeRoundRectCallout">
            <a:avLst>
              <a:gd name="adj1" fmla="val -123966"/>
              <a:gd name="adj2" fmla="val 1539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30.9</a:t>
            </a:r>
            <a:endParaRPr lang="en-US" sz="1000" b="1" kern="1200" dirty="0"/>
          </a:p>
        </p:txBody>
      </p:sp>
      <p:sp>
        <p:nvSpPr>
          <p:cNvPr id="64" name="Rounded Rectangular Callout 63"/>
          <p:cNvSpPr/>
          <p:nvPr/>
        </p:nvSpPr>
        <p:spPr>
          <a:xfrm>
            <a:off x="2245115" y="1682969"/>
            <a:ext cx="424562" cy="148787"/>
          </a:xfrm>
          <a:prstGeom prst="wedgeRoundRectCallout">
            <a:avLst>
              <a:gd name="adj1" fmla="val 174650"/>
              <a:gd name="adj2" fmla="val 1535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68b</a:t>
            </a:r>
            <a:endParaRPr lang="en-US" sz="1000" b="1" kern="1200" dirty="0"/>
          </a:p>
        </p:txBody>
      </p:sp>
      <p:sp>
        <p:nvSpPr>
          <p:cNvPr id="65" name="Rectangle 64"/>
          <p:cNvSpPr/>
          <p:nvPr/>
        </p:nvSpPr>
        <p:spPr>
          <a:xfrm flipH="1">
            <a:off x="2969344" y="1934312"/>
            <a:ext cx="729800" cy="8417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 flipH="1">
            <a:off x="4034287" y="2547823"/>
            <a:ext cx="301493" cy="9491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1" name="Rounded Rectangular Callout 70"/>
          <p:cNvSpPr/>
          <p:nvPr/>
        </p:nvSpPr>
        <p:spPr>
          <a:xfrm>
            <a:off x="4408636" y="2760948"/>
            <a:ext cx="529722" cy="168559"/>
          </a:xfrm>
          <a:prstGeom prst="wedgeRoundRectCallout">
            <a:avLst>
              <a:gd name="adj1" fmla="val -40929"/>
              <a:gd name="adj2" fmla="val -11390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45</a:t>
            </a:r>
            <a:endParaRPr lang="en-US" sz="1000" b="1" kern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F2DAD-B575-4CF9-B179-0DDABC31532C}"/>
              </a:ext>
            </a:extLst>
          </p:cNvPr>
          <p:cNvSpPr txBox="1"/>
          <p:nvPr/>
        </p:nvSpPr>
        <p:spPr>
          <a:xfrm>
            <a:off x="324803" y="366072"/>
            <a:ext cx="117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FORMAT A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647B99F-161A-4796-B96B-DB828356FA17}"/>
              </a:ext>
            </a:extLst>
          </p:cNvPr>
          <p:cNvSpPr/>
          <p:nvPr/>
        </p:nvSpPr>
        <p:spPr>
          <a:xfrm flipH="1">
            <a:off x="4336808" y="2547822"/>
            <a:ext cx="190075" cy="9491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3" name="Rounded Rectangular Callout 70">
            <a:extLst>
              <a:ext uri="{FF2B5EF4-FFF2-40B4-BE49-F238E27FC236}">
                <a16:creationId xmlns:a16="http://schemas.microsoft.com/office/drawing/2014/main" id="{FD8E5A60-7978-49AA-81B4-6DAC6366028C}"/>
              </a:ext>
            </a:extLst>
          </p:cNvPr>
          <p:cNvSpPr/>
          <p:nvPr/>
        </p:nvSpPr>
        <p:spPr>
          <a:xfrm>
            <a:off x="3671091" y="2760947"/>
            <a:ext cx="529722" cy="168559"/>
          </a:xfrm>
          <a:prstGeom prst="wedgeRoundRectCallout">
            <a:avLst>
              <a:gd name="adj1" fmla="val 33153"/>
              <a:gd name="adj2" fmla="val -1161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43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84989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6C1E47-AB39-4F80-8421-65F90354D4F7}"/>
              </a:ext>
            </a:extLst>
          </p:cNvPr>
          <p:cNvSpPr txBox="1"/>
          <p:nvPr/>
        </p:nvSpPr>
        <p:spPr>
          <a:xfrm>
            <a:off x="324803" y="366072"/>
            <a:ext cx="116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FORMAT 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9D292-C94C-4C06-B676-DA3CCC7A8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053" y="0"/>
            <a:ext cx="5296154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4D6691-9CDD-44B2-A768-2A94B2774CAD}"/>
              </a:ext>
            </a:extLst>
          </p:cNvPr>
          <p:cNvSpPr/>
          <p:nvPr/>
        </p:nvSpPr>
        <p:spPr>
          <a:xfrm>
            <a:off x="8578448" y="1196420"/>
            <a:ext cx="320629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68a REF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68b HAWB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05 ACCT NO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10 DATE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11 DUE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27 SHIPPER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27.9 SHIPPER INV PORT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30 CONSIGNEE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30.9 CONSIGNEE INV PORT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38 SRVC LEVEL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42 /43 ACTUAL WT/ FNCL WT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44/45 WT UOM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46 PIECES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47 PIECES TYPE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53 VOLUME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54 VOLUME UOM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75 LINE ITEM RATE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08/14 INV AMT/ FB AMT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09 CURR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2BC2E3-3553-448C-B968-C5E89E73950D}"/>
              </a:ext>
            </a:extLst>
          </p:cNvPr>
          <p:cNvSpPr/>
          <p:nvPr/>
        </p:nvSpPr>
        <p:spPr>
          <a:xfrm flipH="1">
            <a:off x="2547397" y="1178896"/>
            <a:ext cx="1252443" cy="29528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4">
            <a:extLst>
              <a:ext uri="{FF2B5EF4-FFF2-40B4-BE49-F238E27FC236}">
                <a16:creationId xmlns:a16="http://schemas.microsoft.com/office/drawing/2014/main" id="{80DD2CA4-BC0E-4890-9A1A-39F58090A61C}"/>
              </a:ext>
            </a:extLst>
          </p:cNvPr>
          <p:cNvSpPr/>
          <p:nvPr/>
        </p:nvSpPr>
        <p:spPr>
          <a:xfrm>
            <a:off x="1808785" y="1175939"/>
            <a:ext cx="529139" cy="231474"/>
          </a:xfrm>
          <a:prstGeom prst="wedgeRoundRectCallout">
            <a:avLst>
              <a:gd name="adj1" fmla="val 84351"/>
              <a:gd name="adj2" fmla="val -1574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02</a:t>
            </a:r>
            <a:endParaRPr lang="en-US" sz="1000" b="1" kern="1200" dirty="0"/>
          </a:p>
        </p:txBody>
      </p:sp>
      <p:sp>
        <p:nvSpPr>
          <p:cNvPr id="8" name="Rounded Rectangular Callout 5">
            <a:extLst>
              <a:ext uri="{FF2B5EF4-FFF2-40B4-BE49-F238E27FC236}">
                <a16:creationId xmlns:a16="http://schemas.microsoft.com/office/drawing/2014/main" id="{3894C376-4E40-4D91-9A60-0693DD2FAC4B}"/>
              </a:ext>
            </a:extLst>
          </p:cNvPr>
          <p:cNvSpPr/>
          <p:nvPr/>
        </p:nvSpPr>
        <p:spPr>
          <a:xfrm>
            <a:off x="4360034" y="1080683"/>
            <a:ext cx="529139" cy="231474"/>
          </a:xfrm>
          <a:prstGeom prst="wedgeRoundRectCallout">
            <a:avLst>
              <a:gd name="adj1" fmla="val 75711"/>
              <a:gd name="adj2" fmla="val 237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27</a:t>
            </a:r>
            <a:endParaRPr lang="en-US" sz="1000" b="1" kern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39919-E66A-40CF-B3C3-A9C8587DB921}"/>
              </a:ext>
            </a:extLst>
          </p:cNvPr>
          <p:cNvSpPr/>
          <p:nvPr/>
        </p:nvSpPr>
        <p:spPr>
          <a:xfrm flipH="1">
            <a:off x="5047130" y="1135662"/>
            <a:ext cx="1018390" cy="25434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ounded Rectangular Callout 7">
            <a:extLst>
              <a:ext uri="{FF2B5EF4-FFF2-40B4-BE49-F238E27FC236}">
                <a16:creationId xmlns:a16="http://schemas.microsoft.com/office/drawing/2014/main" id="{383B3664-C2A7-4654-B04A-A3418B5B4EC9}"/>
              </a:ext>
            </a:extLst>
          </p:cNvPr>
          <p:cNvSpPr/>
          <p:nvPr/>
        </p:nvSpPr>
        <p:spPr>
          <a:xfrm>
            <a:off x="6210299" y="2186688"/>
            <a:ext cx="529139" cy="231474"/>
          </a:xfrm>
          <a:prstGeom prst="wedgeRoundRectCallout">
            <a:avLst>
              <a:gd name="adj1" fmla="val -87978"/>
              <a:gd name="adj2" fmla="val 2375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30</a:t>
            </a:r>
            <a:endParaRPr lang="en-US" sz="1000" b="1" kern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EA3EF-6A74-4237-A253-DF0DD44F8442}"/>
              </a:ext>
            </a:extLst>
          </p:cNvPr>
          <p:cNvSpPr/>
          <p:nvPr/>
        </p:nvSpPr>
        <p:spPr>
          <a:xfrm flipH="1">
            <a:off x="5053618" y="2170850"/>
            <a:ext cx="924939" cy="31909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347AE1-6A38-4108-9CD3-211C9FECD075}"/>
              </a:ext>
            </a:extLst>
          </p:cNvPr>
          <p:cNvSpPr/>
          <p:nvPr/>
        </p:nvSpPr>
        <p:spPr>
          <a:xfrm flipH="1">
            <a:off x="5275988" y="1789440"/>
            <a:ext cx="366622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ounded Rectangular Callout 19">
            <a:extLst>
              <a:ext uri="{FF2B5EF4-FFF2-40B4-BE49-F238E27FC236}">
                <a16:creationId xmlns:a16="http://schemas.microsoft.com/office/drawing/2014/main" id="{8224295D-6771-4B77-8941-93034528A3AB}"/>
              </a:ext>
            </a:extLst>
          </p:cNvPr>
          <p:cNvSpPr/>
          <p:nvPr/>
        </p:nvSpPr>
        <p:spPr>
          <a:xfrm>
            <a:off x="5871696" y="1615435"/>
            <a:ext cx="529139" cy="231474"/>
          </a:xfrm>
          <a:prstGeom prst="wedgeRoundRectCallout">
            <a:avLst>
              <a:gd name="adj1" fmla="val -85458"/>
              <a:gd name="adj2" fmla="val 3774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68a</a:t>
            </a:r>
            <a:endParaRPr lang="en-US" sz="1000" b="1" kern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72980-33D5-444C-BA69-C568BC5889D3}"/>
              </a:ext>
            </a:extLst>
          </p:cNvPr>
          <p:cNvSpPr/>
          <p:nvPr/>
        </p:nvSpPr>
        <p:spPr>
          <a:xfrm flipH="1">
            <a:off x="2547397" y="4327241"/>
            <a:ext cx="543848" cy="9511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ounded Rectangular Callout 22">
            <a:extLst>
              <a:ext uri="{FF2B5EF4-FFF2-40B4-BE49-F238E27FC236}">
                <a16:creationId xmlns:a16="http://schemas.microsoft.com/office/drawing/2014/main" id="{3D15363D-7E34-4719-BC40-15BE60DC7812}"/>
              </a:ext>
            </a:extLst>
          </p:cNvPr>
          <p:cNvSpPr/>
          <p:nvPr/>
        </p:nvSpPr>
        <p:spPr>
          <a:xfrm>
            <a:off x="1795742" y="4211504"/>
            <a:ext cx="529139" cy="231474"/>
          </a:xfrm>
          <a:prstGeom prst="wedgeRoundRectCallout">
            <a:avLst>
              <a:gd name="adj1" fmla="val 86991"/>
              <a:gd name="adj2" fmla="val 2478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72</a:t>
            </a:r>
            <a:endParaRPr lang="en-US" sz="1000" b="1" kern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AB926F-17C3-4268-B264-C752223483D1}"/>
              </a:ext>
            </a:extLst>
          </p:cNvPr>
          <p:cNvSpPr/>
          <p:nvPr/>
        </p:nvSpPr>
        <p:spPr>
          <a:xfrm flipH="1">
            <a:off x="5111235" y="4327241"/>
            <a:ext cx="222171" cy="1050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ounded Rectangular Callout 24">
            <a:extLst>
              <a:ext uri="{FF2B5EF4-FFF2-40B4-BE49-F238E27FC236}">
                <a16:creationId xmlns:a16="http://schemas.microsoft.com/office/drawing/2014/main" id="{655853BB-0FDE-4B1A-9CE3-F1AA9FA9A199}"/>
              </a:ext>
            </a:extLst>
          </p:cNvPr>
          <p:cNvSpPr/>
          <p:nvPr/>
        </p:nvSpPr>
        <p:spPr>
          <a:xfrm>
            <a:off x="4455362" y="4278221"/>
            <a:ext cx="469239" cy="231474"/>
          </a:xfrm>
          <a:prstGeom prst="wedgeRoundRectCallout">
            <a:avLst>
              <a:gd name="adj1" fmla="val 83579"/>
              <a:gd name="adj2" fmla="val 647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74</a:t>
            </a:r>
            <a:endParaRPr lang="en-US" sz="1000" b="1" kern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AECAA1-8DC0-4630-807D-FE035F334DE6}"/>
              </a:ext>
            </a:extLst>
          </p:cNvPr>
          <p:cNvSpPr/>
          <p:nvPr/>
        </p:nvSpPr>
        <p:spPr>
          <a:xfrm flipH="1">
            <a:off x="6782708" y="3943313"/>
            <a:ext cx="177123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84077C-47FA-4979-BAD5-10654C6663E3}"/>
              </a:ext>
            </a:extLst>
          </p:cNvPr>
          <p:cNvSpPr/>
          <p:nvPr/>
        </p:nvSpPr>
        <p:spPr>
          <a:xfrm flipH="1">
            <a:off x="6434859" y="3943313"/>
            <a:ext cx="210004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ounded Rectangular Callout 33">
            <a:extLst>
              <a:ext uri="{FF2B5EF4-FFF2-40B4-BE49-F238E27FC236}">
                <a16:creationId xmlns:a16="http://schemas.microsoft.com/office/drawing/2014/main" id="{BDB4C514-69EE-4DEF-A44D-B1CF6CF213BB}"/>
              </a:ext>
            </a:extLst>
          </p:cNvPr>
          <p:cNvSpPr/>
          <p:nvPr/>
        </p:nvSpPr>
        <p:spPr>
          <a:xfrm>
            <a:off x="6881125" y="3585583"/>
            <a:ext cx="469239" cy="231474"/>
          </a:xfrm>
          <a:prstGeom prst="wedgeRoundRectCallout">
            <a:avLst>
              <a:gd name="adj1" fmla="val -45014"/>
              <a:gd name="adj2" fmla="val 9720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46</a:t>
            </a:r>
            <a:endParaRPr lang="en-US" sz="1000" b="1" kern="1200" dirty="0"/>
          </a:p>
        </p:txBody>
      </p:sp>
      <p:sp>
        <p:nvSpPr>
          <p:cNvPr id="23" name="Rounded Rectangular Callout 34">
            <a:extLst>
              <a:ext uri="{FF2B5EF4-FFF2-40B4-BE49-F238E27FC236}">
                <a16:creationId xmlns:a16="http://schemas.microsoft.com/office/drawing/2014/main" id="{D26CFC67-AECB-4E86-BFDB-104F6DA82BDD}"/>
              </a:ext>
            </a:extLst>
          </p:cNvPr>
          <p:cNvSpPr/>
          <p:nvPr/>
        </p:nvSpPr>
        <p:spPr>
          <a:xfrm>
            <a:off x="6067043" y="3613023"/>
            <a:ext cx="469239" cy="231474"/>
          </a:xfrm>
          <a:prstGeom prst="wedgeRoundRectCallout">
            <a:avLst>
              <a:gd name="adj1" fmla="val 45926"/>
              <a:gd name="adj2" fmla="val 8733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47</a:t>
            </a:r>
            <a:endParaRPr lang="en-US" sz="1000" b="1" kern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937CF3-48CE-4794-B28C-14A1676DCC27}"/>
              </a:ext>
            </a:extLst>
          </p:cNvPr>
          <p:cNvSpPr/>
          <p:nvPr/>
        </p:nvSpPr>
        <p:spPr>
          <a:xfrm flipH="1">
            <a:off x="5859553" y="4314533"/>
            <a:ext cx="292427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7" name="Rounded Rectangular Callout 38">
            <a:extLst>
              <a:ext uri="{FF2B5EF4-FFF2-40B4-BE49-F238E27FC236}">
                <a16:creationId xmlns:a16="http://schemas.microsoft.com/office/drawing/2014/main" id="{CE9EA868-D589-4D23-B6D1-FDFB2004867A}"/>
              </a:ext>
            </a:extLst>
          </p:cNvPr>
          <p:cNvSpPr/>
          <p:nvPr/>
        </p:nvSpPr>
        <p:spPr>
          <a:xfrm>
            <a:off x="5353915" y="4478133"/>
            <a:ext cx="469239" cy="231474"/>
          </a:xfrm>
          <a:prstGeom prst="wedgeRoundRectCallout">
            <a:avLst>
              <a:gd name="adj1" fmla="val 71908"/>
              <a:gd name="adj2" fmla="val -605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75</a:t>
            </a:r>
            <a:endParaRPr lang="en-US" sz="1000" b="1" kern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2DE56E-6266-442E-8320-3529E7095449}"/>
              </a:ext>
            </a:extLst>
          </p:cNvPr>
          <p:cNvSpPr/>
          <p:nvPr/>
        </p:nvSpPr>
        <p:spPr>
          <a:xfrm flipH="1">
            <a:off x="6959832" y="4330021"/>
            <a:ext cx="378283" cy="11021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9" name="Rounded Rectangular Callout 40">
            <a:extLst>
              <a:ext uri="{FF2B5EF4-FFF2-40B4-BE49-F238E27FC236}">
                <a16:creationId xmlns:a16="http://schemas.microsoft.com/office/drawing/2014/main" id="{E42B2336-7382-43E7-AEED-77FEF1788793}"/>
              </a:ext>
            </a:extLst>
          </p:cNvPr>
          <p:cNvSpPr/>
          <p:nvPr/>
        </p:nvSpPr>
        <p:spPr>
          <a:xfrm>
            <a:off x="7211535" y="3932219"/>
            <a:ext cx="469239" cy="231474"/>
          </a:xfrm>
          <a:prstGeom prst="wedgeRoundRectCallout">
            <a:avLst>
              <a:gd name="adj1" fmla="val -49073"/>
              <a:gd name="adj2" fmla="val 1188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85</a:t>
            </a:r>
            <a:endParaRPr lang="en-US" sz="1000" b="1" kern="1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D2C2CC-61E3-4FCE-8A6B-21BAE17DFCCD}"/>
              </a:ext>
            </a:extLst>
          </p:cNvPr>
          <p:cNvSpPr/>
          <p:nvPr/>
        </p:nvSpPr>
        <p:spPr>
          <a:xfrm flipH="1">
            <a:off x="7350365" y="4456234"/>
            <a:ext cx="198402" cy="11630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90C372-752E-48A4-A764-C4E7029FD8E9}"/>
              </a:ext>
            </a:extLst>
          </p:cNvPr>
          <p:cNvSpPr/>
          <p:nvPr/>
        </p:nvSpPr>
        <p:spPr>
          <a:xfrm flipH="1">
            <a:off x="3055776" y="2203545"/>
            <a:ext cx="219473" cy="8972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3" name="Rounded Rectangular Callout 44">
            <a:extLst>
              <a:ext uri="{FF2B5EF4-FFF2-40B4-BE49-F238E27FC236}">
                <a16:creationId xmlns:a16="http://schemas.microsoft.com/office/drawing/2014/main" id="{5A579163-1AB5-42BF-8AE5-9718B77AC05C}"/>
              </a:ext>
            </a:extLst>
          </p:cNvPr>
          <p:cNvSpPr/>
          <p:nvPr/>
        </p:nvSpPr>
        <p:spPr>
          <a:xfrm>
            <a:off x="2460373" y="2223042"/>
            <a:ext cx="424562" cy="148787"/>
          </a:xfrm>
          <a:prstGeom prst="wedgeRoundRectCallout">
            <a:avLst>
              <a:gd name="adj1" fmla="val 87603"/>
              <a:gd name="adj2" fmla="val 3062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61</a:t>
            </a:r>
            <a:endParaRPr lang="en-US" sz="1000" b="1" kern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D9E3C2-718D-425D-9BFD-554CCA39D27E}"/>
              </a:ext>
            </a:extLst>
          </p:cNvPr>
          <p:cNvSpPr/>
          <p:nvPr/>
        </p:nvSpPr>
        <p:spPr>
          <a:xfrm flipH="1">
            <a:off x="3060623" y="2302425"/>
            <a:ext cx="424562" cy="8972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5" name="Rounded Rectangular Callout 46">
            <a:extLst>
              <a:ext uri="{FF2B5EF4-FFF2-40B4-BE49-F238E27FC236}">
                <a16:creationId xmlns:a16="http://schemas.microsoft.com/office/drawing/2014/main" id="{6D573CAC-6ED0-4180-8ED3-13A9613CB90B}"/>
              </a:ext>
            </a:extLst>
          </p:cNvPr>
          <p:cNvSpPr/>
          <p:nvPr/>
        </p:nvSpPr>
        <p:spPr>
          <a:xfrm>
            <a:off x="3475090" y="2153638"/>
            <a:ext cx="424562" cy="148787"/>
          </a:xfrm>
          <a:prstGeom prst="wedgeRoundRectCallout">
            <a:avLst>
              <a:gd name="adj1" fmla="val -88286"/>
              <a:gd name="adj2" fmla="val 2037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38</a:t>
            </a:r>
            <a:endParaRPr lang="en-US" sz="1000" b="1" kern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3212BC-ED01-4CE7-B026-4B34E56B2F93}"/>
              </a:ext>
            </a:extLst>
          </p:cNvPr>
          <p:cNvSpPr/>
          <p:nvPr/>
        </p:nvSpPr>
        <p:spPr>
          <a:xfrm flipH="1">
            <a:off x="2823905" y="2686270"/>
            <a:ext cx="103311" cy="11315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4E15ED-2253-428E-88B7-8D24DA33E9DD}"/>
              </a:ext>
            </a:extLst>
          </p:cNvPr>
          <p:cNvSpPr/>
          <p:nvPr/>
        </p:nvSpPr>
        <p:spPr>
          <a:xfrm flipH="1">
            <a:off x="2929982" y="2685855"/>
            <a:ext cx="125794" cy="11315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8" name="Rounded Rectangular Callout 49">
            <a:extLst>
              <a:ext uri="{FF2B5EF4-FFF2-40B4-BE49-F238E27FC236}">
                <a16:creationId xmlns:a16="http://schemas.microsoft.com/office/drawing/2014/main" id="{5567D021-A6AC-4354-A172-9C4169A74AAE}"/>
              </a:ext>
            </a:extLst>
          </p:cNvPr>
          <p:cNvSpPr/>
          <p:nvPr/>
        </p:nvSpPr>
        <p:spPr>
          <a:xfrm>
            <a:off x="2098687" y="2650187"/>
            <a:ext cx="529722" cy="168559"/>
          </a:xfrm>
          <a:prstGeom prst="wedgeRoundRectCallout">
            <a:avLst>
              <a:gd name="adj1" fmla="val 77477"/>
              <a:gd name="adj2" fmla="val 1662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42</a:t>
            </a:r>
            <a:endParaRPr lang="en-US" sz="1000" b="1" kern="1200" dirty="0"/>
          </a:p>
        </p:txBody>
      </p:sp>
      <p:sp>
        <p:nvSpPr>
          <p:cNvPr id="39" name="Rounded Rectangular Callout 50">
            <a:extLst>
              <a:ext uri="{FF2B5EF4-FFF2-40B4-BE49-F238E27FC236}">
                <a16:creationId xmlns:a16="http://schemas.microsoft.com/office/drawing/2014/main" id="{56E9F29A-18C4-4D11-9630-588C1030186E}"/>
              </a:ext>
            </a:extLst>
          </p:cNvPr>
          <p:cNvSpPr/>
          <p:nvPr/>
        </p:nvSpPr>
        <p:spPr>
          <a:xfrm>
            <a:off x="3008043" y="2880798"/>
            <a:ext cx="529722" cy="168559"/>
          </a:xfrm>
          <a:prstGeom prst="wedgeRoundRectCallout">
            <a:avLst>
              <a:gd name="adj1" fmla="val -40209"/>
              <a:gd name="adj2" fmla="val -11277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44</a:t>
            </a:r>
            <a:endParaRPr lang="en-US" sz="1000" b="1" kern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580DA2-4A07-4225-A612-41E69C8B3E46}"/>
              </a:ext>
            </a:extLst>
          </p:cNvPr>
          <p:cNvSpPr/>
          <p:nvPr/>
        </p:nvSpPr>
        <p:spPr>
          <a:xfrm flipH="1">
            <a:off x="6436942" y="74204"/>
            <a:ext cx="669330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3" name="Rounded Rectangular Callout 54">
            <a:extLst>
              <a:ext uri="{FF2B5EF4-FFF2-40B4-BE49-F238E27FC236}">
                <a16:creationId xmlns:a16="http://schemas.microsoft.com/office/drawing/2014/main" id="{74A3F0C7-C4FA-47B4-8DF1-C281E08A2022}"/>
              </a:ext>
            </a:extLst>
          </p:cNvPr>
          <p:cNvSpPr/>
          <p:nvPr/>
        </p:nvSpPr>
        <p:spPr>
          <a:xfrm>
            <a:off x="1750591" y="214010"/>
            <a:ext cx="588935" cy="231474"/>
          </a:xfrm>
          <a:prstGeom prst="wedgeRoundRectCallout">
            <a:avLst>
              <a:gd name="adj1" fmla="val 71298"/>
              <a:gd name="adj2" fmla="val 1264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01</a:t>
            </a:r>
            <a:endParaRPr lang="en-US" sz="1000" b="1" kern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966FCD-1427-4ED7-AA43-543D2E766AFD}"/>
              </a:ext>
            </a:extLst>
          </p:cNvPr>
          <p:cNvSpPr/>
          <p:nvPr/>
        </p:nvSpPr>
        <p:spPr>
          <a:xfrm flipH="1">
            <a:off x="6435754" y="168802"/>
            <a:ext cx="669331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7" name="Rounded Rectangular Callout 59">
            <a:extLst>
              <a:ext uri="{FF2B5EF4-FFF2-40B4-BE49-F238E27FC236}">
                <a16:creationId xmlns:a16="http://schemas.microsoft.com/office/drawing/2014/main" id="{BDEC00C8-9745-42CD-B097-37CA7C047681}"/>
              </a:ext>
            </a:extLst>
          </p:cNvPr>
          <p:cNvSpPr/>
          <p:nvPr/>
        </p:nvSpPr>
        <p:spPr>
          <a:xfrm>
            <a:off x="7222193" y="259064"/>
            <a:ext cx="588935" cy="231474"/>
          </a:xfrm>
          <a:prstGeom prst="wedgeRoundRectCallout">
            <a:avLst>
              <a:gd name="adj1" fmla="val -73075"/>
              <a:gd name="adj2" fmla="val -4866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10</a:t>
            </a:r>
            <a:endParaRPr lang="en-US" sz="1000" b="1" kern="1200" dirty="0"/>
          </a:p>
        </p:txBody>
      </p:sp>
      <p:sp>
        <p:nvSpPr>
          <p:cNvPr id="48" name="Rounded Rectangular Callout 60">
            <a:extLst>
              <a:ext uri="{FF2B5EF4-FFF2-40B4-BE49-F238E27FC236}">
                <a16:creationId xmlns:a16="http://schemas.microsoft.com/office/drawing/2014/main" id="{13B3E245-FF85-4F1A-9D04-97A01DA1F9D5}"/>
              </a:ext>
            </a:extLst>
          </p:cNvPr>
          <p:cNvSpPr/>
          <p:nvPr/>
        </p:nvSpPr>
        <p:spPr>
          <a:xfrm>
            <a:off x="7198667" y="540080"/>
            <a:ext cx="588935" cy="231474"/>
          </a:xfrm>
          <a:prstGeom prst="wedgeRoundRectCallout">
            <a:avLst>
              <a:gd name="adj1" fmla="val -91513"/>
              <a:gd name="adj2" fmla="val -556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11</a:t>
            </a:r>
            <a:endParaRPr lang="en-US" sz="1000" b="1" kern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46A35AF-0287-4935-98B9-1844778F6BEA}"/>
              </a:ext>
            </a:extLst>
          </p:cNvPr>
          <p:cNvSpPr/>
          <p:nvPr/>
        </p:nvSpPr>
        <p:spPr>
          <a:xfrm flipH="1">
            <a:off x="6520553" y="449664"/>
            <a:ext cx="450056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06930D-4F3E-424D-B3DF-36BBCCE8AE26}"/>
              </a:ext>
            </a:extLst>
          </p:cNvPr>
          <p:cNvSpPr/>
          <p:nvPr/>
        </p:nvSpPr>
        <p:spPr>
          <a:xfrm flipH="1">
            <a:off x="2491447" y="62387"/>
            <a:ext cx="2898432" cy="42510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4B170A-1E46-4263-8120-72BCD1362FD2}"/>
              </a:ext>
            </a:extLst>
          </p:cNvPr>
          <p:cNvSpPr/>
          <p:nvPr/>
        </p:nvSpPr>
        <p:spPr>
          <a:xfrm flipH="1">
            <a:off x="6626487" y="6264102"/>
            <a:ext cx="204867" cy="8716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2" name="Rounded Rectangular Callout 66">
            <a:extLst>
              <a:ext uri="{FF2B5EF4-FFF2-40B4-BE49-F238E27FC236}">
                <a16:creationId xmlns:a16="http://schemas.microsoft.com/office/drawing/2014/main" id="{21EE4950-6691-4A4C-B393-54ACF45B5E49}"/>
              </a:ext>
            </a:extLst>
          </p:cNvPr>
          <p:cNvSpPr/>
          <p:nvPr/>
        </p:nvSpPr>
        <p:spPr>
          <a:xfrm>
            <a:off x="7006126" y="6129552"/>
            <a:ext cx="588935" cy="231474"/>
          </a:xfrm>
          <a:prstGeom prst="wedgeRoundRectCallout">
            <a:avLst>
              <a:gd name="adj1" fmla="val -74584"/>
              <a:gd name="adj2" fmla="val 2581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27.9</a:t>
            </a:r>
            <a:endParaRPr lang="en-US" sz="1000" b="1" kern="1200" dirty="0"/>
          </a:p>
        </p:txBody>
      </p:sp>
      <p:sp>
        <p:nvSpPr>
          <p:cNvPr id="54" name="Rounded Rectangular Callout 68">
            <a:extLst>
              <a:ext uri="{FF2B5EF4-FFF2-40B4-BE49-F238E27FC236}">
                <a16:creationId xmlns:a16="http://schemas.microsoft.com/office/drawing/2014/main" id="{50F46533-C0B1-48C0-81E1-5A38B756A22C}"/>
              </a:ext>
            </a:extLst>
          </p:cNvPr>
          <p:cNvSpPr/>
          <p:nvPr/>
        </p:nvSpPr>
        <p:spPr>
          <a:xfrm>
            <a:off x="7023794" y="6457724"/>
            <a:ext cx="588935" cy="231474"/>
          </a:xfrm>
          <a:prstGeom prst="wedgeRoundRectCallout">
            <a:avLst>
              <a:gd name="adj1" fmla="val -78034"/>
              <a:gd name="adj2" fmla="val -6196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30.9</a:t>
            </a:r>
            <a:endParaRPr lang="en-US" sz="1000" b="1" kern="1200" dirty="0"/>
          </a:p>
        </p:txBody>
      </p:sp>
      <p:sp>
        <p:nvSpPr>
          <p:cNvPr id="55" name="Rounded Rectangular Callout 63">
            <a:extLst>
              <a:ext uri="{FF2B5EF4-FFF2-40B4-BE49-F238E27FC236}">
                <a16:creationId xmlns:a16="http://schemas.microsoft.com/office/drawing/2014/main" id="{BB8D36A9-09C0-403B-A206-EC24EFC8C2A9}"/>
              </a:ext>
            </a:extLst>
          </p:cNvPr>
          <p:cNvSpPr/>
          <p:nvPr/>
        </p:nvSpPr>
        <p:spPr>
          <a:xfrm>
            <a:off x="2717319" y="1836611"/>
            <a:ext cx="424562" cy="148787"/>
          </a:xfrm>
          <a:prstGeom prst="wedgeRoundRectCallout">
            <a:avLst>
              <a:gd name="adj1" fmla="val 46323"/>
              <a:gd name="adj2" fmla="val 11768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68b</a:t>
            </a:r>
            <a:endParaRPr lang="en-US" sz="1000" b="1" kern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3749F91-BCA5-4BD5-86C5-45E416D178AA}"/>
              </a:ext>
            </a:extLst>
          </p:cNvPr>
          <p:cNvSpPr/>
          <p:nvPr/>
        </p:nvSpPr>
        <p:spPr>
          <a:xfrm flipH="1">
            <a:off x="3055776" y="2086334"/>
            <a:ext cx="419314" cy="11721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307A8C-722D-4D3C-A91E-8795C94FA135}"/>
              </a:ext>
            </a:extLst>
          </p:cNvPr>
          <p:cNvSpPr/>
          <p:nvPr/>
        </p:nvSpPr>
        <p:spPr>
          <a:xfrm flipH="1">
            <a:off x="4485026" y="2698235"/>
            <a:ext cx="210799" cy="9491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8" name="Rounded Rectangular Callout 70">
            <a:extLst>
              <a:ext uri="{FF2B5EF4-FFF2-40B4-BE49-F238E27FC236}">
                <a16:creationId xmlns:a16="http://schemas.microsoft.com/office/drawing/2014/main" id="{F928F5DB-EB73-4CDA-9C6F-C3D64EAF031D}"/>
              </a:ext>
            </a:extLst>
          </p:cNvPr>
          <p:cNvSpPr/>
          <p:nvPr/>
        </p:nvSpPr>
        <p:spPr>
          <a:xfrm>
            <a:off x="4821946" y="2591420"/>
            <a:ext cx="529722" cy="168559"/>
          </a:xfrm>
          <a:prstGeom prst="wedgeRoundRectCallout">
            <a:avLst>
              <a:gd name="adj1" fmla="val -71377"/>
              <a:gd name="adj2" fmla="val 2924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43/45</a:t>
            </a:r>
            <a:endParaRPr lang="en-US" sz="1000" b="1" kern="1200" dirty="0"/>
          </a:p>
        </p:txBody>
      </p:sp>
      <p:sp>
        <p:nvSpPr>
          <p:cNvPr id="59" name="Rounded Rectangular Callout 59">
            <a:extLst>
              <a:ext uri="{FF2B5EF4-FFF2-40B4-BE49-F238E27FC236}">
                <a16:creationId xmlns:a16="http://schemas.microsoft.com/office/drawing/2014/main" id="{C1D8ADCA-D473-4DB7-88D6-58B86F699FD9}"/>
              </a:ext>
            </a:extLst>
          </p:cNvPr>
          <p:cNvSpPr/>
          <p:nvPr/>
        </p:nvSpPr>
        <p:spPr>
          <a:xfrm>
            <a:off x="7264229" y="10382"/>
            <a:ext cx="588935" cy="231474"/>
          </a:xfrm>
          <a:prstGeom prst="wedgeRoundRectCallout">
            <a:avLst>
              <a:gd name="adj1" fmla="val -77388"/>
              <a:gd name="adj2" fmla="val 400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03</a:t>
            </a:r>
            <a:endParaRPr lang="en-US" sz="1000" b="1" kern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F15B0A-6F8E-49D3-BD40-8215089F5619}"/>
              </a:ext>
            </a:extLst>
          </p:cNvPr>
          <p:cNvSpPr/>
          <p:nvPr/>
        </p:nvSpPr>
        <p:spPr>
          <a:xfrm flipH="1">
            <a:off x="3633356" y="2698235"/>
            <a:ext cx="125794" cy="10077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CB4632A-E5D1-455D-B83A-41C9AC18FBDE}"/>
              </a:ext>
            </a:extLst>
          </p:cNvPr>
          <p:cNvSpPr/>
          <p:nvPr/>
        </p:nvSpPr>
        <p:spPr>
          <a:xfrm flipH="1">
            <a:off x="3755780" y="2698572"/>
            <a:ext cx="125794" cy="10077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AEECB2-4837-4C52-946E-3FE6F02B9DE4}"/>
              </a:ext>
            </a:extLst>
          </p:cNvPr>
          <p:cNvSpPr/>
          <p:nvPr/>
        </p:nvSpPr>
        <p:spPr>
          <a:xfrm flipH="1">
            <a:off x="5275988" y="2805670"/>
            <a:ext cx="529722" cy="10077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4" name="Rounded Rectangular Callout 19">
            <a:extLst>
              <a:ext uri="{FF2B5EF4-FFF2-40B4-BE49-F238E27FC236}">
                <a16:creationId xmlns:a16="http://schemas.microsoft.com/office/drawing/2014/main" id="{99F00079-4552-4CAE-ACD8-931DCC715273}"/>
              </a:ext>
            </a:extLst>
          </p:cNvPr>
          <p:cNvSpPr/>
          <p:nvPr/>
        </p:nvSpPr>
        <p:spPr>
          <a:xfrm>
            <a:off x="6033763" y="2651764"/>
            <a:ext cx="529139" cy="231474"/>
          </a:xfrm>
          <a:prstGeom prst="wedgeRoundRectCallout">
            <a:avLst>
              <a:gd name="adj1" fmla="val -85458"/>
              <a:gd name="adj2" fmla="val 3774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68a</a:t>
            </a:r>
            <a:endParaRPr lang="en-US" sz="1000" b="1" kern="1200" dirty="0"/>
          </a:p>
        </p:txBody>
      </p:sp>
      <p:sp>
        <p:nvSpPr>
          <p:cNvPr id="65" name="Rounded Rectangular Callout 70">
            <a:extLst>
              <a:ext uri="{FF2B5EF4-FFF2-40B4-BE49-F238E27FC236}">
                <a16:creationId xmlns:a16="http://schemas.microsoft.com/office/drawing/2014/main" id="{A683D90E-26C0-44B2-BD14-A3684EA24442}"/>
              </a:ext>
            </a:extLst>
          </p:cNvPr>
          <p:cNvSpPr/>
          <p:nvPr/>
        </p:nvSpPr>
        <p:spPr>
          <a:xfrm>
            <a:off x="3914216" y="2880798"/>
            <a:ext cx="529722" cy="168559"/>
          </a:xfrm>
          <a:prstGeom prst="wedgeRoundRectCallout">
            <a:avLst>
              <a:gd name="adj1" fmla="val -51238"/>
              <a:gd name="adj2" fmla="val -10787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54</a:t>
            </a:r>
            <a:endParaRPr lang="en-US" sz="1000" b="1" kern="1200" dirty="0"/>
          </a:p>
        </p:txBody>
      </p:sp>
      <p:sp>
        <p:nvSpPr>
          <p:cNvPr id="66" name="Rounded Rectangular Callout 70">
            <a:extLst>
              <a:ext uri="{FF2B5EF4-FFF2-40B4-BE49-F238E27FC236}">
                <a16:creationId xmlns:a16="http://schemas.microsoft.com/office/drawing/2014/main" id="{FC2A13CD-3242-4E1F-B03C-67377B590F38}"/>
              </a:ext>
            </a:extLst>
          </p:cNvPr>
          <p:cNvSpPr/>
          <p:nvPr/>
        </p:nvSpPr>
        <p:spPr>
          <a:xfrm>
            <a:off x="3091245" y="2467912"/>
            <a:ext cx="529722" cy="168559"/>
          </a:xfrm>
          <a:prstGeom prst="wedgeRoundRectCallout">
            <a:avLst>
              <a:gd name="adj1" fmla="val 49936"/>
              <a:gd name="adj2" fmla="val 11062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53</a:t>
            </a:r>
            <a:endParaRPr lang="en-US" sz="1000" b="1" kern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2AA4A8-538D-433B-A5B1-5FAE26EF2B46}"/>
              </a:ext>
            </a:extLst>
          </p:cNvPr>
          <p:cNvSpPr/>
          <p:nvPr/>
        </p:nvSpPr>
        <p:spPr>
          <a:xfrm flipH="1">
            <a:off x="6959831" y="4446846"/>
            <a:ext cx="390533" cy="12569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8" name="Rounded Rectangular Callout 40">
            <a:extLst>
              <a:ext uri="{FF2B5EF4-FFF2-40B4-BE49-F238E27FC236}">
                <a16:creationId xmlns:a16="http://schemas.microsoft.com/office/drawing/2014/main" id="{130730E7-5232-4084-BE1D-819AF4A0E205}"/>
              </a:ext>
            </a:extLst>
          </p:cNvPr>
          <p:cNvSpPr/>
          <p:nvPr/>
        </p:nvSpPr>
        <p:spPr>
          <a:xfrm>
            <a:off x="7706809" y="4374797"/>
            <a:ext cx="469239" cy="231474"/>
          </a:xfrm>
          <a:prstGeom prst="wedgeRoundRectCallout">
            <a:avLst>
              <a:gd name="adj1" fmla="val -79115"/>
              <a:gd name="adj2" fmla="val 1840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09</a:t>
            </a:r>
            <a:endParaRPr lang="en-US" sz="1000" b="1" kern="1200" dirty="0"/>
          </a:p>
        </p:txBody>
      </p:sp>
      <p:sp>
        <p:nvSpPr>
          <p:cNvPr id="31" name="Rounded Rectangular Callout 42">
            <a:extLst>
              <a:ext uri="{FF2B5EF4-FFF2-40B4-BE49-F238E27FC236}">
                <a16:creationId xmlns:a16="http://schemas.microsoft.com/office/drawing/2014/main" id="{0D137D94-823E-4843-8743-FC467630A177}"/>
              </a:ext>
            </a:extLst>
          </p:cNvPr>
          <p:cNvSpPr/>
          <p:nvPr/>
        </p:nvSpPr>
        <p:spPr>
          <a:xfrm>
            <a:off x="6434859" y="4662579"/>
            <a:ext cx="588935" cy="231474"/>
          </a:xfrm>
          <a:prstGeom prst="wedgeRoundRectCallout">
            <a:avLst>
              <a:gd name="adj1" fmla="val 52106"/>
              <a:gd name="adj2" fmla="val -9681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08/14</a:t>
            </a:r>
            <a:endParaRPr lang="en-US" sz="1000" b="1" kern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EA4036-0286-4BDC-92EB-1DD88513CC21}"/>
              </a:ext>
            </a:extLst>
          </p:cNvPr>
          <p:cNvSpPr/>
          <p:nvPr/>
        </p:nvSpPr>
        <p:spPr>
          <a:xfrm flipH="1">
            <a:off x="6626486" y="6352034"/>
            <a:ext cx="204867" cy="8716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C74DBC4-E5BA-46AD-946D-1C8861107CE6}"/>
              </a:ext>
            </a:extLst>
          </p:cNvPr>
          <p:cNvSpPr/>
          <p:nvPr/>
        </p:nvSpPr>
        <p:spPr>
          <a:xfrm flipH="1">
            <a:off x="6487962" y="262880"/>
            <a:ext cx="450056" cy="904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3" name="Rounded Rectangular Callout 60">
            <a:extLst>
              <a:ext uri="{FF2B5EF4-FFF2-40B4-BE49-F238E27FC236}">
                <a16:creationId xmlns:a16="http://schemas.microsoft.com/office/drawing/2014/main" id="{9F18C426-777D-41D9-BE96-27CE777760CB}"/>
              </a:ext>
            </a:extLst>
          </p:cNvPr>
          <p:cNvSpPr/>
          <p:nvPr/>
        </p:nvSpPr>
        <p:spPr>
          <a:xfrm>
            <a:off x="5695617" y="134214"/>
            <a:ext cx="588935" cy="231474"/>
          </a:xfrm>
          <a:prstGeom prst="wedgeRoundRectCallout">
            <a:avLst>
              <a:gd name="adj1" fmla="val 83589"/>
              <a:gd name="adj2" fmla="val 277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05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61914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259088"/>
              </p:ext>
            </p:extLst>
          </p:nvPr>
        </p:nvGraphicFramePr>
        <p:xfrm>
          <a:off x="2894944" y="2074490"/>
          <a:ext cx="6248400" cy="2709019"/>
        </p:xfrm>
        <a:graphic>
          <a:graphicData uri="http://schemas.openxmlformats.org/drawingml/2006/table">
            <a:tbl>
              <a:tblPr/>
              <a:tblGrid>
                <a:gridCol w="3170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495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DI-70791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BABY G. VILLACARLOS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05/27/2025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DI-75249 – Added FORMAT B 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CIDJANE J. LOCAYLOCAY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10/27/2025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11603</TotalTime>
  <Words>310</Words>
  <Application>Microsoft Office PowerPoint</Application>
  <PresentationFormat>Widescreen</PresentationFormat>
  <Paragraphs>126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joyce.catubig</dc:creator>
  <cp:lastModifiedBy>Cidjane Locaylocay</cp:lastModifiedBy>
  <cp:revision>117</cp:revision>
  <dcterms:created xsi:type="dcterms:W3CDTF">2024-06-25T01:46:07Z</dcterms:created>
  <dcterms:modified xsi:type="dcterms:W3CDTF">2025-10-28T07:41:33Z</dcterms:modified>
</cp:coreProperties>
</file>