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1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6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4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1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1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4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5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3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79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087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0AB88-639E-45EA-8F03-5C07AA0527CE}" type="datetimeFigureOut">
              <a:rPr lang="en-US" smtClean="0"/>
              <a:t>10/03/2024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DD82A-B8BB-4D03-8CB3-E148895F9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1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41217" y="2016387"/>
            <a:ext cx="8421680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b="1" dirty="0">
                <a:solidFill>
                  <a:srgbClr val="FF0000"/>
                </a:solidFill>
              </a:rPr>
              <a:t>SHWN_</a:t>
            </a:r>
            <a:r>
              <a:rPr lang="en-PH" sz="2800" b="1" dirty="0">
                <a:solidFill>
                  <a:srgbClr val="00B050"/>
                </a:solidFill>
              </a:rPr>
              <a:t>AXLL</a:t>
            </a:r>
            <a:r>
              <a:rPr lang="en-PH" sz="2800" b="1" dirty="0">
                <a:solidFill>
                  <a:srgbClr val="FF0000"/>
                </a:solidFill>
              </a:rPr>
              <a:t> </a:t>
            </a:r>
            <a:r>
              <a:rPr lang="en-PH" sz="2800" b="1" dirty="0"/>
              <a:t>(AXLE LOGISTICS </a:t>
            </a:r>
            <a:r>
              <a:rPr lang="en-PH" sz="2800" b="1" dirty="0" smtClean="0"/>
              <a:t>LLC.)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Always </a:t>
            </a:r>
            <a:r>
              <a:rPr lang="en-US" sz="2400" b="1" dirty="0">
                <a:solidFill>
                  <a:srgbClr val="FF0000"/>
                </a:solidFill>
              </a:rPr>
              <a:t>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b="1" dirty="0"/>
              <a:t>Batch ID (68) </a:t>
            </a:r>
            <a:r>
              <a:rPr lang="en-US" sz="2000" b="1" dirty="0">
                <a:solidFill>
                  <a:srgbClr val="00B050"/>
                </a:solidFill>
              </a:rPr>
              <a:t>BAT ID </a:t>
            </a:r>
            <a:r>
              <a:rPr lang="en-US" sz="2000" b="1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b="1" dirty="0"/>
              <a:t>Client Code (68) </a:t>
            </a:r>
            <a:r>
              <a:rPr lang="en-US" sz="2000" b="1" dirty="0">
                <a:solidFill>
                  <a:srgbClr val="00B050"/>
                </a:solidFill>
              </a:rPr>
              <a:t>CL CODE </a:t>
            </a:r>
            <a:r>
              <a:rPr lang="en-US" sz="2000" b="1" dirty="0"/>
              <a:t>(69)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PH" sz="2000" b="1" dirty="0">
                <a:solidFill>
                  <a:srgbClr val="FF0000"/>
                </a:solidFill>
              </a:rPr>
              <a:t>SHWN</a:t>
            </a:r>
            <a:endParaRPr lang="en-US" sz="2000" b="1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Scac</a:t>
            </a:r>
            <a:r>
              <a:rPr lang="en-US" sz="2000" b="1" dirty="0" smtClean="0"/>
              <a:t> Code (68) </a:t>
            </a:r>
            <a:r>
              <a:rPr lang="en-US" sz="2000" b="1" dirty="0" smtClean="0">
                <a:solidFill>
                  <a:srgbClr val="00B050"/>
                </a:solidFill>
              </a:rPr>
              <a:t>SCAC CODE </a:t>
            </a:r>
            <a:r>
              <a:rPr lang="en-US" sz="2000" b="1" dirty="0" smtClean="0"/>
              <a:t>(69) </a:t>
            </a:r>
            <a:r>
              <a:rPr lang="en-PH" sz="2000" b="1" dirty="0">
                <a:solidFill>
                  <a:srgbClr val="00B050"/>
                </a:solidFill>
              </a:rPr>
              <a:t>AXLL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4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9" t="5823" r="11920" b="6361"/>
          <a:stretch/>
        </p:blipFill>
        <p:spPr>
          <a:xfrm>
            <a:off x="61812" y="-28360"/>
            <a:ext cx="3193004" cy="48530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4" t="7969" r="12714" b="7433"/>
          <a:stretch/>
        </p:blipFill>
        <p:spPr>
          <a:xfrm>
            <a:off x="3163446" y="149500"/>
            <a:ext cx="3184534" cy="46751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t="8429" r="14102" b="5901"/>
          <a:stretch/>
        </p:blipFill>
        <p:spPr>
          <a:xfrm>
            <a:off x="6072365" y="149500"/>
            <a:ext cx="3116776" cy="47344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5" t="8736" r="13704" b="12337"/>
          <a:stretch/>
        </p:blipFill>
        <p:spPr>
          <a:xfrm>
            <a:off x="9049813" y="217256"/>
            <a:ext cx="3142187" cy="4361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4" t="8276" r="14895" b="59847"/>
          <a:stretch/>
        </p:blipFill>
        <p:spPr>
          <a:xfrm>
            <a:off x="9022652" y="4579050"/>
            <a:ext cx="3107753" cy="177099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 flipH="1">
            <a:off x="70282" y="3048143"/>
            <a:ext cx="2841163" cy="10526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45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649" y="0"/>
            <a:ext cx="5299364" cy="6858000"/>
          </a:xfrm>
          <a:prstGeom prst="rect">
            <a:avLst/>
          </a:prstGeom>
        </p:spPr>
      </p:pic>
      <p:sp>
        <p:nvSpPr>
          <p:cNvPr id="4" name="TextBox 58"/>
          <p:cNvSpPr txBox="1"/>
          <p:nvPr/>
        </p:nvSpPr>
        <p:spPr>
          <a:xfrm>
            <a:off x="8537316" y="1599704"/>
            <a:ext cx="195059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11 DUE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30 CONSIGNEE INV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42/43 ACTUAL WT/FNCL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48 DISTANCE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49 UOM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72 LINE ITEM DESCRIPTION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74 LINE ITEM QTY Q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75 LINE ITEM RATE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77 LINE ITEM RTUNT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85 LINE ITEM AMOUNT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08/14 </a:t>
            </a:r>
            <a:r>
              <a:rPr lang="en-US" sz="1200" dirty="0">
                <a:solidFill>
                  <a:srgbClr val="FF0000"/>
                </a:solidFill>
              </a:rPr>
              <a:t>INV AMT/FB AMT</a:t>
            </a:r>
          </a:p>
        </p:txBody>
      </p:sp>
      <p:sp>
        <p:nvSpPr>
          <p:cNvPr id="44" name="Rectangle 43"/>
          <p:cNvSpPr/>
          <p:nvPr/>
        </p:nvSpPr>
        <p:spPr>
          <a:xfrm flipH="1">
            <a:off x="6603206" y="678656"/>
            <a:ext cx="459582" cy="11668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6603206" y="795338"/>
            <a:ext cx="459582" cy="11668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6231731" y="1373188"/>
            <a:ext cx="459582" cy="11668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 flipH="1">
            <a:off x="6403181" y="1489870"/>
            <a:ext cx="459582" cy="11668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 flipH="1">
            <a:off x="2739230" y="1379539"/>
            <a:ext cx="1382713" cy="492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2639217" y="2474914"/>
            <a:ext cx="1085058" cy="3540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 flipH="1">
            <a:off x="5277641" y="2470151"/>
            <a:ext cx="1585121" cy="3540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 flipH="1">
            <a:off x="6672262" y="3390503"/>
            <a:ext cx="390526" cy="45283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 flipH="1">
            <a:off x="4552950" y="3385742"/>
            <a:ext cx="390526" cy="1289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flipH="1">
            <a:off x="5216047" y="3705253"/>
            <a:ext cx="408465" cy="1289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 flipH="1">
            <a:off x="5216046" y="3402834"/>
            <a:ext cx="448947" cy="48336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 flipH="1">
            <a:off x="5823264" y="3385743"/>
            <a:ext cx="579916" cy="4575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 flipH="1">
            <a:off x="5994715" y="3514726"/>
            <a:ext cx="408465" cy="1289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 flipH="1">
            <a:off x="4523261" y="3714354"/>
            <a:ext cx="408465" cy="12898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flipH="1">
            <a:off x="2596035" y="3364507"/>
            <a:ext cx="1128239" cy="521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flipH="1">
            <a:off x="3673469" y="5991225"/>
            <a:ext cx="448473" cy="1104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 flipH="1">
            <a:off x="6829423" y="5984875"/>
            <a:ext cx="352425" cy="1104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6533649" y="5627289"/>
            <a:ext cx="529139" cy="231474"/>
          </a:xfrm>
          <a:prstGeom prst="wedgeRoundRectCallout">
            <a:avLst>
              <a:gd name="adj1" fmla="val 40001"/>
              <a:gd name="adj2" fmla="val 13804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08/14</a:t>
            </a:r>
            <a:endParaRPr lang="en-US" sz="1000" b="1" kern="1200" dirty="0"/>
          </a:p>
        </p:txBody>
      </p:sp>
      <p:sp>
        <p:nvSpPr>
          <p:cNvPr id="56" name="Rounded Rectangular Callout 55"/>
          <p:cNvSpPr/>
          <p:nvPr/>
        </p:nvSpPr>
        <p:spPr>
          <a:xfrm>
            <a:off x="3459704" y="5627289"/>
            <a:ext cx="529139" cy="231474"/>
          </a:xfrm>
          <a:prstGeom prst="wedgeRoundRectCallout">
            <a:avLst>
              <a:gd name="adj1" fmla="val 40001"/>
              <a:gd name="adj2" fmla="val 13804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11</a:t>
            </a:r>
            <a:endParaRPr lang="en-US" sz="1000" b="1" kern="1200" dirty="0"/>
          </a:p>
        </p:txBody>
      </p:sp>
      <p:sp>
        <p:nvSpPr>
          <p:cNvPr id="57" name="Rounded Rectangular Callout 56"/>
          <p:cNvSpPr/>
          <p:nvPr/>
        </p:nvSpPr>
        <p:spPr>
          <a:xfrm>
            <a:off x="4593432" y="3927229"/>
            <a:ext cx="529139" cy="231474"/>
          </a:xfrm>
          <a:prstGeom prst="wedgeRoundRectCallout">
            <a:avLst>
              <a:gd name="adj1" fmla="val 71953"/>
              <a:gd name="adj2" fmla="val -10782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48</a:t>
            </a:r>
            <a:endParaRPr lang="en-US" sz="1000" b="1" kern="1200" dirty="0"/>
          </a:p>
        </p:txBody>
      </p:sp>
      <p:sp>
        <p:nvSpPr>
          <p:cNvPr id="58" name="Rounded Rectangular Callout 57"/>
          <p:cNvSpPr/>
          <p:nvPr/>
        </p:nvSpPr>
        <p:spPr>
          <a:xfrm>
            <a:off x="3926682" y="3970092"/>
            <a:ext cx="529139" cy="231474"/>
          </a:xfrm>
          <a:prstGeom prst="wedgeRoundRectCallout">
            <a:avLst>
              <a:gd name="adj1" fmla="val 71953"/>
              <a:gd name="adj2" fmla="val -10782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49</a:t>
            </a:r>
            <a:endParaRPr lang="en-US" sz="1000" b="1" kern="1200" dirty="0"/>
          </a:p>
        </p:txBody>
      </p:sp>
      <p:sp>
        <p:nvSpPr>
          <p:cNvPr id="59" name="Rounded Rectangular Callout 58"/>
          <p:cNvSpPr/>
          <p:nvPr/>
        </p:nvSpPr>
        <p:spPr>
          <a:xfrm>
            <a:off x="4344153" y="2996586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42/43</a:t>
            </a:r>
            <a:endParaRPr lang="en-US" sz="1000" b="1" kern="1200" dirty="0"/>
          </a:p>
        </p:txBody>
      </p:sp>
      <p:sp>
        <p:nvSpPr>
          <p:cNvPr id="60" name="Rounded Rectangular Callout 59"/>
          <p:cNvSpPr/>
          <p:nvPr/>
        </p:nvSpPr>
        <p:spPr>
          <a:xfrm>
            <a:off x="5026175" y="2999949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61" name="Rounded Rectangular Callout 60"/>
          <p:cNvSpPr/>
          <p:nvPr/>
        </p:nvSpPr>
        <p:spPr>
          <a:xfrm>
            <a:off x="5751069" y="3029862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62" name="Rounded Rectangular Callout 61"/>
          <p:cNvSpPr/>
          <p:nvPr/>
        </p:nvSpPr>
        <p:spPr>
          <a:xfrm>
            <a:off x="7221620" y="3541769"/>
            <a:ext cx="529139" cy="231474"/>
          </a:xfrm>
          <a:prstGeom prst="wedgeRoundRectCallout">
            <a:avLst>
              <a:gd name="adj1" fmla="val -89155"/>
              <a:gd name="adj2" fmla="val 176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63" name="Rounded Rectangular Callout 62"/>
          <p:cNvSpPr/>
          <p:nvPr/>
        </p:nvSpPr>
        <p:spPr>
          <a:xfrm>
            <a:off x="6630592" y="3033314"/>
            <a:ext cx="529139" cy="231474"/>
          </a:xfrm>
          <a:prstGeom prst="wedgeRoundRectCallout">
            <a:avLst>
              <a:gd name="adj1" fmla="val -87355"/>
              <a:gd name="adj2" fmla="val 16375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77</a:t>
            </a:r>
            <a:endParaRPr lang="en-US" sz="1000" b="1" kern="1200" dirty="0"/>
          </a:p>
        </p:txBody>
      </p:sp>
      <p:sp>
        <p:nvSpPr>
          <p:cNvPr id="64" name="Rounded Rectangular Callout 63"/>
          <p:cNvSpPr/>
          <p:nvPr/>
        </p:nvSpPr>
        <p:spPr>
          <a:xfrm>
            <a:off x="5656421" y="2135434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</a:t>
            </a:r>
            <a:endParaRPr lang="en-US" sz="1000" b="1" kern="1200" dirty="0"/>
          </a:p>
        </p:txBody>
      </p:sp>
      <p:sp>
        <p:nvSpPr>
          <p:cNvPr id="65" name="Rounded Rectangular Callout 64"/>
          <p:cNvSpPr/>
          <p:nvPr/>
        </p:nvSpPr>
        <p:spPr>
          <a:xfrm>
            <a:off x="2933512" y="2152576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27</a:t>
            </a:r>
            <a:endParaRPr lang="en-US" sz="1000" b="1" kern="1200" dirty="0"/>
          </a:p>
        </p:txBody>
      </p:sp>
      <p:sp>
        <p:nvSpPr>
          <p:cNvPr id="68" name="Rounded Rectangular Callout 67"/>
          <p:cNvSpPr/>
          <p:nvPr/>
        </p:nvSpPr>
        <p:spPr>
          <a:xfrm>
            <a:off x="4293393" y="1548211"/>
            <a:ext cx="529139" cy="231474"/>
          </a:xfrm>
          <a:prstGeom prst="wedgeRoundRectCallout">
            <a:avLst>
              <a:gd name="adj1" fmla="val -104756"/>
              <a:gd name="adj2" fmla="val 1493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69" name="Rounded Rectangular Callout 68"/>
          <p:cNvSpPr/>
          <p:nvPr/>
        </p:nvSpPr>
        <p:spPr>
          <a:xfrm>
            <a:off x="6338636" y="1732267"/>
            <a:ext cx="529139" cy="231474"/>
          </a:xfrm>
          <a:prstGeom prst="wedgeRoundRectCallout">
            <a:avLst>
              <a:gd name="adj1" fmla="val 34451"/>
              <a:gd name="adj2" fmla="val -12360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70" name="Rounded Rectangular Callout 69"/>
          <p:cNvSpPr/>
          <p:nvPr/>
        </p:nvSpPr>
        <p:spPr>
          <a:xfrm>
            <a:off x="6948068" y="1164683"/>
            <a:ext cx="529139" cy="231474"/>
          </a:xfrm>
          <a:prstGeom prst="wedgeRoundRectCallout">
            <a:avLst>
              <a:gd name="adj1" fmla="val -100556"/>
              <a:gd name="adj2" fmla="val 464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71" name="Rounded Rectangular Callout 70"/>
          <p:cNvSpPr/>
          <p:nvPr/>
        </p:nvSpPr>
        <p:spPr>
          <a:xfrm>
            <a:off x="7276486" y="650263"/>
            <a:ext cx="529139" cy="231474"/>
          </a:xfrm>
          <a:prstGeom prst="wedgeRoundRectCallout">
            <a:avLst>
              <a:gd name="adj1" fmla="val -100556"/>
              <a:gd name="adj2" fmla="val 464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72" name="Rounded Rectangular Callout 71"/>
          <p:cNvSpPr/>
          <p:nvPr/>
        </p:nvSpPr>
        <p:spPr>
          <a:xfrm>
            <a:off x="6778707" y="259556"/>
            <a:ext cx="529139" cy="231474"/>
          </a:xfrm>
          <a:prstGeom prst="wedgeRoundRectCallout">
            <a:avLst>
              <a:gd name="adj1" fmla="val -37553"/>
              <a:gd name="adj2" fmla="val 1383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73" name="Rounded Rectangular Callout 72"/>
          <p:cNvSpPr/>
          <p:nvPr/>
        </p:nvSpPr>
        <p:spPr>
          <a:xfrm>
            <a:off x="2789781" y="3045858"/>
            <a:ext cx="529139" cy="231474"/>
          </a:xfrm>
          <a:prstGeom prst="wedgeRoundRectCallout">
            <a:avLst>
              <a:gd name="adj1" fmla="val 29651"/>
              <a:gd name="adj2" fmla="val 1246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74" name="Rectangle 73"/>
          <p:cNvSpPr/>
          <p:nvPr/>
        </p:nvSpPr>
        <p:spPr>
          <a:xfrm flipH="1">
            <a:off x="2808538" y="273877"/>
            <a:ext cx="1382713" cy="49212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5" name="Rounded Rectangular Callout 74"/>
          <p:cNvSpPr/>
          <p:nvPr/>
        </p:nvSpPr>
        <p:spPr>
          <a:xfrm>
            <a:off x="4422428" y="368398"/>
            <a:ext cx="529139" cy="231474"/>
          </a:xfrm>
          <a:prstGeom prst="wedgeRoundRectCallout">
            <a:avLst>
              <a:gd name="adj1" fmla="val -104756"/>
              <a:gd name="adj2" fmla="val 1493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40" name="Rounded Rectangle 39"/>
          <p:cNvSpPr/>
          <p:nvPr/>
        </p:nvSpPr>
        <p:spPr>
          <a:xfrm>
            <a:off x="8478662" y="5732149"/>
            <a:ext cx="3314818" cy="70707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rgbClr val="FF0000"/>
                </a:solidFill>
              </a:rPr>
              <a:t>NOTE:</a:t>
            </a:r>
          </a:p>
          <a:p>
            <a:pPr algn="just"/>
            <a:r>
              <a:rPr lang="en-US" sz="1200" dirty="0">
                <a:solidFill>
                  <a:srgbClr val="FF0000"/>
                </a:solidFill>
              </a:rPr>
              <a:t>Please use “</a:t>
            </a:r>
            <a:r>
              <a:rPr lang="en-US" sz="1200" b="1" dirty="0">
                <a:solidFill>
                  <a:srgbClr val="FF0000"/>
                </a:solidFill>
              </a:rPr>
              <a:t>USD</a:t>
            </a:r>
            <a:r>
              <a:rPr lang="en-US" sz="1200" dirty="0">
                <a:solidFill>
                  <a:srgbClr val="FF0000"/>
                </a:solidFill>
              </a:rPr>
              <a:t>” as </a:t>
            </a:r>
            <a:r>
              <a:rPr lang="en-US" sz="1200" dirty="0" smtClean="0">
                <a:solidFill>
                  <a:srgbClr val="FF0000"/>
                </a:solidFill>
              </a:rPr>
              <a:t>09 </a:t>
            </a:r>
            <a:r>
              <a:rPr lang="en-US" sz="1200" b="1" dirty="0" smtClean="0">
                <a:solidFill>
                  <a:srgbClr val="FF0000"/>
                </a:solidFill>
              </a:rPr>
              <a:t>CURRENCY</a:t>
            </a:r>
            <a:r>
              <a:rPr lang="en-US" sz="1200" dirty="0" smtClean="0">
                <a:solidFill>
                  <a:srgbClr val="FF0000"/>
                </a:solidFill>
              </a:rPr>
              <a:t> Authorization letter </a:t>
            </a:r>
            <a:r>
              <a:rPr lang="en-US" sz="1200" dirty="0">
                <a:solidFill>
                  <a:srgbClr val="FF0000"/>
                </a:solidFill>
              </a:rPr>
              <a:t>for </a:t>
            </a:r>
            <a:r>
              <a:rPr lang="en-US" sz="1200" dirty="0" smtClean="0">
                <a:solidFill>
                  <a:srgbClr val="FF0000"/>
                </a:solidFill>
              </a:rPr>
              <a:t>using default currency </a:t>
            </a:r>
            <a:r>
              <a:rPr lang="en-US" sz="1200" dirty="0">
                <a:solidFill>
                  <a:srgbClr val="FF0000"/>
                </a:solidFill>
              </a:rPr>
              <a:t>is in slide 2.</a:t>
            </a:r>
          </a:p>
        </p:txBody>
      </p:sp>
      <p:sp>
        <p:nvSpPr>
          <p:cNvPr id="41" name="Rectangle 40"/>
          <p:cNvSpPr/>
          <p:nvPr/>
        </p:nvSpPr>
        <p:spPr>
          <a:xfrm flipH="1">
            <a:off x="6721472" y="5984874"/>
            <a:ext cx="107952" cy="11082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2" name="Rounded Rectangular Callout 41"/>
          <p:cNvSpPr/>
          <p:nvPr/>
        </p:nvSpPr>
        <p:spPr>
          <a:xfrm>
            <a:off x="6280497" y="6221417"/>
            <a:ext cx="529139" cy="231474"/>
          </a:xfrm>
          <a:prstGeom prst="wedgeRoundRectCallout">
            <a:avLst>
              <a:gd name="adj1" fmla="val 34451"/>
              <a:gd name="adj2" fmla="val -12360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09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7044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0943160"/>
              </p:ext>
            </p:extLst>
          </p:nvPr>
        </p:nvGraphicFramePr>
        <p:xfrm>
          <a:off x="2842393" y="2009776"/>
          <a:ext cx="6854058" cy="2308860"/>
        </p:xfrm>
        <a:graphic>
          <a:graphicData uri="http://schemas.openxmlformats.org/drawingml/2006/table">
            <a:tbl>
              <a:tblPr/>
              <a:tblGrid>
                <a:gridCol w="377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DI-64399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PHILLIP L. RAMISCAL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9/13/2024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23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162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phillip.ramisca</dc:creator>
  <cp:lastModifiedBy>John Ryan Infante</cp:lastModifiedBy>
  <cp:revision>17</cp:revision>
  <dcterms:created xsi:type="dcterms:W3CDTF">2024-07-02T14:47:15Z</dcterms:created>
  <dcterms:modified xsi:type="dcterms:W3CDTF">2024-10-03T14:54:37Z</dcterms:modified>
</cp:coreProperties>
</file>